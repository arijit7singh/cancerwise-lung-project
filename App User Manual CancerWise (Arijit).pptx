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2" r:id="rId2"/>
  </p:sldMasterIdLst>
  <p:notesMasterIdLst>
    <p:notesMasterId r:id="rId17"/>
  </p:notesMasterIdLst>
  <p:sldIdLst>
    <p:sldId id="256" r:id="rId3"/>
    <p:sldId id="267" r:id="rId4"/>
    <p:sldId id="257" r:id="rId5"/>
    <p:sldId id="259" r:id="rId6"/>
    <p:sldId id="268" r:id="rId7"/>
    <p:sldId id="260" r:id="rId8"/>
    <p:sldId id="258" r:id="rId9"/>
    <p:sldId id="262" r:id="rId10"/>
    <p:sldId id="263" r:id="rId11"/>
    <p:sldId id="264" r:id="rId12"/>
    <p:sldId id="270" r:id="rId13"/>
    <p:sldId id="269" r:id="rId14"/>
    <p:sldId id="265" r:id="rId15"/>
    <p:sldId id="266"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1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4BC65-D66C-4CB0-8706-0A4DC91EAF4F}" type="datetimeFigureOut">
              <a:rPr lang="en-IN" smtClean="0"/>
              <a:t>26-08-2025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E60F7-3E88-4E01-8085-82F89F2BFE22}" type="slidenum">
              <a:rPr lang="en-IN" smtClean="0"/>
              <a:t>‹#›</a:t>
            </a:fld>
            <a:endParaRPr lang="en-IN" dirty="0"/>
          </a:p>
        </p:txBody>
      </p:sp>
    </p:spTree>
    <p:extLst>
      <p:ext uri="{BB962C8B-B14F-4D97-AF65-F5344CB8AC3E}">
        <p14:creationId xmlns:p14="http://schemas.microsoft.com/office/powerpoint/2010/main" val="726057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85E60F7-3E88-4E01-8085-82F89F2BFE22}" type="slidenum">
              <a:rPr lang="en-IN" smtClean="0"/>
              <a:t>1</a:t>
            </a:fld>
            <a:endParaRPr lang="en-IN" dirty="0"/>
          </a:p>
        </p:txBody>
      </p:sp>
    </p:spTree>
    <p:extLst>
      <p:ext uri="{BB962C8B-B14F-4D97-AF65-F5344CB8AC3E}">
        <p14:creationId xmlns:p14="http://schemas.microsoft.com/office/powerpoint/2010/main" val="7154296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tretch/>
        </p:blipFill>
        <p:spPr>
          <a:xfrm>
            <a:off x="0" y="0"/>
            <a:ext cx="9143640" cy="5143320"/>
          </a:xfrm>
          <a:prstGeom prst="rect">
            <a:avLst/>
          </a:prstGeom>
          <a:noFill/>
          <a:ln w="0">
            <a:noFill/>
          </a:ln>
        </p:spPr>
      </p:pic>
      <p:cxnSp>
        <p:nvCxnSpPr>
          <p:cNvPr id="5" name="Google Shape;10;p2"/>
          <p:cNvCxnSpPr/>
          <p:nvPr/>
        </p:nvCxnSpPr>
        <p:spPr>
          <a:xfrm>
            <a:off x="0" y="5021640"/>
            <a:ext cx="9144360" cy="360"/>
          </a:xfrm>
          <a:prstGeom prst="straightConnector1">
            <a:avLst/>
          </a:prstGeom>
          <a:ln w="9525">
            <a:solidFill>
              <a:srgbClr val="000000"/>
            </a:solidFill>
            <a:round/>
          </a:ln>
        </p:spPr>
      </p:cxnSp>
      <p:sp>
        <p:nvSpPr>
          <p:cNvPr id="2" name="PlaceHolder 1"/>
          <p:cNvSpPr>
            <a:spLocks noGrp="1"/>
          </p:cNvSpPr>
          <p:nvPr>
            <p:ph type="title"/>
          </p:nvPr>
        </p:nvSpPr>
        <p:spPr>
          <a:xfrm>
            <a:off x="228600" y="1713240"/>
            <a:ext cx="7600680" cy="2899800"/>
          </a:xfrm>
          <a:prstGeom prst="rect">
            <a:avLst/>
          </a:prstGeom>
          <a:noFill/>
          <a:ln w="0">
            <a:noFill/>
          </a:ln>
        </p:spPr>
        <p:txBody>
          <a:bodyPr lIns="91440" tIns="91440" rIns="91440" bIns="91440" anchor="t">
            <a:noAutofit/>
          </a:bodyPr>
          <a:lstStyle/>
          <a:p>
            <a:pPr indent="0">
              <a:buNone/>
            </a:pPr>
            <a:r>
              <a:rPr lang="fr-FR" sz="65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54;p11"/>
          <p:cNvPicPr/>
          <p:nvPr/>
        </p:nvPicPr>
        <p:blipFill>
          <a:blip r:embed="rId2"/>
          <a:stretch/>
        </p:blipFill>
        <p:spPr>
          <a:xfrm flipH="1">
            <a:off x="360" y="0"/>
            <a:ext cx="9143640" cy="5143320"/>
          </a:xfrm>
          <a:prstGeom prst="rect">
            <a:avLst/>
          </a:prstGeom>
          <a:noFill/>
          <a:ln w="0">
            <a:noFill/>
          </a:ln>
        </p:spPr>
      </p:pic>
      <p:cxnSp>
        <p:nvCxnSpPr>
          <p:cNvPr id="5" name="Google Shape;55;p11"/>
          <p:cNvCxnSpPr/>
          <p:nvPr/>
        </p:nvCxnSpPr>
        <p:spPr>
          <a:xfrm>
            <a:off x="0" y="5021640"/>
            <a:ext cx="9144360" cy="360"/>
          </a:xfrm>
          <a:prstGeom prst="straightConnector1">
            <a:avLst/>
          </a:prstGeom>
          <a:ln w="9525">
            <a:solidFill>
              <a:srgbClr val="000000"/>
            </a:solidFill>
            <a:round/>
          </a:ln>
        </p:spPr>
      </p:cxnSp>
      <p:sp>
        <p:nvSpPr>
          <p:cNvPr id="6" name="PlaceHolder 1"/>
          <p:cNvSpPr>
            <a:spLocks noGrp="1"/>
          </p:cNvSpPr>
          <p:nvPr>
            <p:ph type="title"/>
          </p:nvPr>
        </p:nvSpPr>
        <p:spPr>
          <a:xfrm>
            <a:off x="1284120" y="1288080"/>
            <a:ext cx="6575760" cy="15264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Hubot Sans Medium"/>
                <a:ea typeface="Hubot Sans Medium"/>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 name="Google Shape;60;p13"/>
          <p:cNvPicPr/>
          <p:nvPr/>
        </p:nvPicPr>
        <p:blipFill>
          <a:blip r:embed="rId2"/>
          <a:stretch/>
        </p:blipFill>
        <p:spPr>
          <a:xfrm flipH="1">
            <a:off x="360" y="0"/>
            <a:ext cx="9143640" cy="5143320"/>
          </a:xfrm>
          <a:prstGeom prst="rect">
            <a:avLst/>
          </a:prstGeom>
          <a:noFill/>
          <a:ln w="0">
            <a:noFill/>
          </a:ln>
        </p:spPr>
      </p:pic>
      <p:cxnSp>
        <p:nvCxnSpPr>
          <p:cNvPr id="8" name="Google Shape;61;p13"/>
          <p:cNvCxnSpPr/>
          <p:nvPr/>
        </p:nvCxnSpPr>
        <p:spPr>
          <a:xfrm>
            <a:off x="0" y="5021640"/>
            <a:ext cx="9144360" cy="360"/>
          </a:xfrm>
          <a:prstGeom prst="straightConnector1">
            <a:avLst/>
          </a:prstGeom>
          <a:ln w="9525">
            <a:solidFill>
              <a:srgbClr val="000000"/>
            </a:solidFill>
            <a:round/>
          </a:ln>
        </p:spPr>
      </p:cxnSp>
      <p:sp>
        <p:nvSpPr>
          <p:cNvPr id="9" name="PlaceHolder 1"/>
          <p:cNvSpPr>
            <a:spLocks noGrp="1"/>
          </p:cNvSpPr>
          <p:nvPr>
            <p:ph type="title"/>
          </p:nvPr>
        </p:nvSpPr>
        <p:spPr>
          <a:xfrm>
            <a:off x="228600" y="1879200"/>
            <a:ext cx="250020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3206880" y="49752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
        <p:nvSpPr>
          <p:cNvPr id="11" name="PlaceHolder 3"/>
          <p:cNvSpPr>
            <a:spLocks noGrp="1"/>
          </p:cNvSpPr>
          <p:nvPr>
            <p:ph type="title"/>
          </p:nvPr>
        </p:nvSpPr>
        <p:spPr>
          <a:xfrm>
            <a:off x="6061320" y="49752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
        <p:nvSpPr>
          <p:cNvPr id="12" name="PlaceHolder 4"/>
          <p:cNvSpPr>
            <a:spLocks noGrp="1"/>
          </p:cNvSpPr>
          <p:nvPr>
            <p:ph type="title"/>
          </p:nvPr>
        </p:nvSpPr>
        <p:spPr>
          <a:xfrm>
            <a:off x="3206880" y="199620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
        <p:nvSpPr>
          <p:cNvPr id="13" name="PlaceHolder 5"/>
          <p:cNvSpPr>
            <a:spLocks noGrp="1"/>
          </p:cNvSpPr>
          <p:nvPr>
            <p:ph type="title"/>
          </p:nvPr>
        </p:nvSpPr>
        <p:spPr>
          <a:xfrm>
            <a:off x="6061320" y="199620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
        <p:nvSpPr>
          <p:cNvPr id="14" name="PlaceHolder 6"/>
          <p:cNvSpPr>
            <a:spLocks noGrp="1"/>
          </p:cNvSpPr>
          <p:nvPr>
            <p:ph type="title"/>
          </p:nvPr>
        </p:nvSpPr>
        <p:spPr>
          <a:xfrm>
            <a:off x="3206880" y="349488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
        <p:nvSpPr>
          <p:cNvPr id="15" name="PlaceHolder 7"/>
          <p:cNvSpPr>
            <a:spLocks noGrp="1"/>
          </p:cNvSpPr>
          <p:nvPr>
            <p:ph type="title"/>
          </p:nvPr>
        </p:nvSpPr>
        <p:spPr>
          <a:xfrm>
            <a:off x="6061320" y="3494880"/>
            <a:ext cx="909720" cy="553680"/>
          </a:xfrm>
          <a:prstGeom prst="rect">
            <a:avLst/>
          </a:prstGeom>
          <a:noFill/>
          <a:ln w="0">
            <a:noFill/>
          </a:ln>
        </p:spPr>
        <p:txBody>
          <a:bodyPr lIns="91440" tIns="91440" rIns="91440" bIns="91440" anchor="b">
            <a:noAutofit/>
          </a:bodyPr>
          <a:lstStyle/>
          <a:p>
            <a:pPr indent="0">
              <a:lnSpc>
                <a:spcPct val="100000"/>
              </a:lnSpc>
              <a:buNone/>
            </a:pPr>
            <a:r>
              <a:rPr lang="fr-FR" sz="2400" b="0" u="none" strike="noStrike">
                <a:solidFill>
                  <a:schemeClr val="dk1"/>
                </a:solidFill>
                <a:effectLst/>
                <a:uFillTx/>
                <a:latin typeface="Hubot Sans Medium"/>
                <a:ea typeface="Hubot Sans Medium"/>
              </a:rPr>
              <a:t>xx%</a:t>
            </a:r>
            <a:endParaRPr lang="fr-FR" sz="24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16" name="Google Shape;76;p14"/>
          <p:cNvPicPr/>
          <p:nvPr/>
        </p:nvPicPr>
        <p:blipFill>
          <a:blip r:embed="rId2"/>
          <a:stretch/>
        </p:blipFill>
        <p:spPr>
          <a:xfrm rot="10800000">
            <a:off x="360" y="0"/>
            <a:ext cx="9143640" cy="5143320"/>
          </a:xfrm>
          <a:prstGeom prst="rect">
            <a:avLst/>
          </a:prstGeom>
          <a:noFill/>
          <a:ln w="0">
            <a:noFill/>
          </a:ln>
        </p:spPr>
      </p:pic>
      <p:cxnSp>
        <p:nvCxnSpPr>
          <p:cNvPr id="17" name="Google Shape;77;p14"/>
          <p:cNvCxnSpPr/>
          <p:nvPr/>
        </p:nvCxnSpPr>
        <p:spPr>
          <a:xfrm>
            <a:off x="0" y="5021640"/>
            <a:ext cx="9144360" cy="360"/>
          </a:xfrm>
          <a:prstGeom prst="straightConnector1">
            <a:avLst/>
          </a:prstGeom>
          <a:ln w="9525">
            <a:solidFill>
              <a:srgbClr val="000000"/>
            </a:solidFill>
            <a:round/>
          </a:ln>
        </p:spPr>
      </p:cxnSp>
      <p:sp>
        <p:nvSpPr>
          <p:cNvPr id="18" name="PlaceHolder 1"/>
          <p:cNvSpPr>
            <a:spLocks noGrp="1"/>
          </p:cNvSpPr>
          <p:nvPr>
            <p:ph type="title"/>
          </p:nvPr>
        </p:nvSpPr>
        <p:spPr>
          <a:xfrm>
            <a:off x="228600" y="2207880"/>
            <a:ext cx="2471760" cy="98496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pic>
        <p:nvPicPr>
          <p:cNvPr id="19" name="Google Shape;80;p15"/>
          <p:cNvPicPr/>
          <p:nvPr/>
        </p:nvPicPr>
        <p:blipFill>
          <a:blip r:embed="rId2"/>
          <a:stretch/>
        </p:blipFill>
        <p:spPr>
          <a:xfrm rot="10800000">
            <a:off x="360" y="0"/>
            <a:ext cx="9143640" cy="5143320"/>
          </a:xfrm>
          <a:prstGeom prst="rect">
            <a:avLst/>
          </a:prstGeom>
          <a:noFill/>
          <a:ln w="0">
            <a:noFill/>
          </a:ln>
        </p:spPr>
      </p:pic>
      <p:cxnSp>
        <p:nvCxnSpPr>
          <p:cNvPr id="20" name="Google Shape;81;p15"/>
          <p:cNvCxnSpPr/>
          <p:nvPr/>
        </p:nvCxnSpPr>
        <p:spPr>
          <a:xfrm>
            <a:off x="0" y="5021640"/>
            <a:ext cx="9144360" cy="360"/>
          </a:xfrm>
          <a:prstGeom prst="straightConnector1">
            <a:avLst/>
          </a:prstGeom>
          <a:ln w="9525">
            <a:solidFill>
              <a:srgbClr val="000000"/>
            </a:solidFill>
            <a:round/>
          </a:ln>
        </p:spPr>
      </p:cxnSp>
      <p:sp>
        <p:nvSpPr>
          <p:cNvPr id="2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_1">
    <p:bg>
      <p:bgPr>
        <a:solidFill>
          <a:schemeClr val="lt1"/>
        </a:solidFill>
        <a:effectLst/>
      </p:bgPr>
    </p:bg>
    <p:spTree>
      <p:nvGrpSpPr>
        <p:cNvPr id="1" name=""/>
        <p:cNvGrpSpPr/>
        <p:nvPr/>
      </p:nvGrpSpPr>
      <p:grpSpPr>
        <a:xfrm>
          <a:off x="0" y="0"/>
          <a:ext cx="0" cy="0"/>
          <a:chOff x="0" y="0"/>
          <a:chExt cx="0" cy="0"/>
        </a:xfrm>
      </p:grpSpPr>
      <p:pic>
        <p:nvPicPr>
          <p:cNvPr id="22" name="Google Shape;84;p16"/>
          <p:cNvPicPr/>
          <p:nvPr/>
        </p:nvPicPr>
        <p:blipFill>
          <a:blip r:embed="rId2"/>
          <a:srcRect l="12361" t="6762" r="823" b="6424"/>
          <a:stretch/>
        </p:blipFill>
        <p:spPr>
          <a:xfrm flipH="1">
            <a:off x="360" y="0"/>
            <a:ext cx="9143640" cy="5143320"/>
          </a:xfrm>
          <a:prstGeom prst="rect">
            <a:avLst/>
          </a:prstGeom>
          <a:noFill/>
          <a:ln w="0">
            <a:noFill/>
          </a:ln>
        </p:spPr>
      </p:pic>
      <p:cxnSp>
        <p:nvCxnSpPr>
          <p:cNvPr id="23" name="Google Shape;85;p16"/>
          <p:cNvCxnSpPr/>
          <p:nvPr/>
        </p:nvCxnSpPr>
        <p:spPr>
          <a:xfrm>
            <a:off x="0" y="5021640"/>
            <a:ext cx="9144360" cy="360"/>
          </a:xfrm>
          <a:prstGeom prst="straightConnector1">
            <a:avLst/>
          </a:prstGeom>
          <a:ln w="9525">
            <a:solidFill>
              <a:srgbClr val="000000"/>
            </a:solidFill>
            <a:round/>
          </a:ln>
        </p:spPr>
      </p:cxnSp>
      <p:sp>
        <p:nvSpPr>
          <p:cNvPr id="24"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5" name="Google Shape;88;p17"/>
          <p:cNvPicPr/>
          <p:nvPr/>
        </p:nvPicPr>
        <p:blipFill>
          <a:blip r:embed="rId2"/>
          <a:stretch/>
        </p:blipFill>
        <p:spPr>
          <a:xfrm rot="10800000" flipH="1">
            <a:off x="0" y="0"/>
            <a:ext cx="9143640" cy="5143320"/>
          </a:xfrm>
          <a:prstGeom prst="rect">
            <a:avLst/>
          </a:prstGeom>
          <a:noFill/>
          <a:ln w="0">
            <a:noFill/>
          </a:ln>
        </p:spPr>
      </p:pic>
      <p:cxnSp>
        <p:nvCxnSpPr>
          <p:cNvPr id="26" name="Google Shape;89;p17"/>
          <p:cNvCxnSpPr/>
          <p:nvPr/>
        </p:nvCxnSpPr>
        <p:spPr>
          <a:xfrm>
            <a:off x="0" y="5021640"/>
            <a:ext cx="9144360" cy="360"/>
          </a:xfrm>
          <a:prstGeom prst="straightConnector1">
            <a:avLst/>
          </a:prstGeom>
          <a:ln w="9525">
            <a:solidFill>
              <a:srgbClr val="000000"/>
            </a:solidFill>
            <a:round/>
          </a:ln>
        </p:spPr>
      </p:cxnSp>
      <p:sp>
        <p:nvSpPr>
          <p:cNvPr id="27" name="PlaceHolder 1"/>
          <p:cNvSpPr>
            <a:spLocks noGrp="1"/>
          </p:cNvSpPr>
          <p:nvPr>
            <p:ph type="title"/>
          </p:nvPr>
        </p:nvSpPr>
        <p:spPr>
          <a:xfrm>
            <a:off x="228600" y="264960"/>
            <a:ext cx="4303800" cy="205380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2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ONE_COLUMN_TEXT_2">
    <p:bg>
      <p:bgPr>
        <a:solidFill>
          <a:schemeClr val="lt1"/>
        </a:solidFill>
        <a:effectLst/>
      </p:bgPr>
    </p:bg>
    <p:spTree>
      <p:nvGrpSpPr>
        <p:cNvPr id="1" name=""/>
        <p:cNvGrpSpPr/>
        <p:nvPr/>
      </p:nvGrpSpPr>
      <p:grpSpPr>
        <a:xfrm>
          <a:off x="0" y="0"/>
          <a:ext cx="0" cy="0"/>
          <a:chOff x="0" y="0"/>
          <a:chExt cx="0" cy="0"/>
        </a:xfrm>
      </p:grpSpPr>
      <p:pic>
        <p:nvPicPr>
          <p:cNvPr id="29" name="Google Shape;93;p18"/>
          <p:cNvPicPr/>
          <p:nvPr/>
        </p:nvPicPr>
        <p:blipFill>
          <a:blip r:embed="rId2"/>
          <a:stretch/>
        </p:blipFill>
        <p:spPr>
          <a:xfrm rot="10800000">
            <a:off x="360" y="0"/>
            <a:ext cx="9143640" cy="5143320"/>
          </a:xfrm>
          <a:prstGeom prst="rect">
            <a:avLst/>
          </a:prstGeom>
          <a:noFill/>
          <a:ln w="0">
            <a:noFill/>
          </a:ln>
        </p:spPr>
      </p:pic>
      <p:cxnSp>
        <p:nvCxnSpPr>
          <p:cNvPr id="30" name="Google Shape;94;p18"/>
          <p:cNvCxnSpPr/>
          <p:nvPr/>
        </p:nvCxnSpPr>
        <p:spPr>
          <a:xfrm>
            <a:off x="0" y="5021640"/>
            <a:ext cx="9144360" cy="360"/>
          </a:xfrm>
          <a:prstGeom prst="straightConnector1">
            <a:avLst/>
          </a:prstGeom>
          <a:ln w="9525">
            <a:solidFill>
              <a:srgbClr val="000000"/>
            </a:solidFill>
            <a:round/>
          </a:ln>
        </p:spPr>
      </p:cxnSp>
      <p:sp>
        <p:nvSpPr>
          <p:cNvPr id="31" name="PlaceHolder 1"/>
          <p:cNvSpPr>
            <a:spLocks noGrp="1"/>
          </p:cNvSpPr>
          <p:nvPr>
            <p:ph type="title"/>
          </p:nvPr>
        </p:nvSpPr>
        <p:spPr>
          <a:xfrm>
            <a:off x="228600" y="1205280"/>
            <a:ext cx="4322880" cy="57240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32" name="PlaceHolder 2"/>
          <p:cNvSpPr>
            <a:spLocks noGrp="1"/>
          </p:cNvSpPr>
          <p:nvPr>
            <p:ph type="body"/>
          </p:nvPr>
        </p:nvSpPr>
        <p:spPr>
          <a:xfrm>
            <a:off x="5473080" y="228600"/>
            <a:ext cx="3441960" cy="4663080"/>
          </a:xfrm>
          <a:prstGeom prst="rect">
            <a:avLst/>
          </a:prstGeom>
          <a:noFill/>
          <a:ln w="19080">
            <a:solidFill>
              <a:schemeClr val="dk2"/>
            </a:solidFill>
            <a:round/>
          </a:ln>
        </p:spPr>
        <p:txBody>
          <a:bodyPr lIns="90000" tIns="45000" rIns="90000" bIns="4500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33" name="Google Shape;99;p19"/>
          <p:cNvPicPr/>
          <p:nvPr/>
        </p:nvPicPr>
        <p:blipFill>
          <a:blip r:embed="rId2"/>
          <a:stretch/>
        </p:blipFill>
        <p:spPr>
          <a:xfrm flipH="1">
            <a:off x="360" y="0"/>
            <a:ext cx="9143640" cy="5143320"/>
          </a:xfrm>
          <a:prstGeom prst="rect">
            <a:avLst/>
          </a:prstGeom>
          <a:noFill/>
          <a:ln w="0">
            <a:noFill/>
          </a:ln>
        </p:spPr>
      </p:pic>
      <p:cxnSp>
        <p:nvCxnSpPr>
          <p:cNvPr id="34" name="Google Shape;100;p19"/>
          <p:cNvCxnSpPr/>
          <p:nvPr/>
        </p:nvCxnSpPr>
        <p:spPr>
          <a:xfrm>
            <a:off x="0" y="5021640"/>
            <a:ext cx="9144360" cy="360"/>
          </a:xfrm>
          <a:prstGeom prst="straightConnector1">
            <a:avLst/>
          </a:prstGeom>
          <a:ln w="9525">
            <a:solidFill>
              <a:srgbClr val="000000"/>
            </a:solidFill>
            <a:round/>
          </a:ln>
        </p:spPr>
      </p:cxnSp>
      <p:sp>
        <p:nvSpPr>
          <p:cNvPr id="35" name="PlaceHolder 1"/>
          <p:cNvSpPr>
            <a:spLocks noGrp="1"/>
          </p:cNvSpPr>
          <p:nvPr>
            <p:ph type="title"/>
          </p:nvPr>
        </p:nvSpPr>
        <p:spPr>
          <a:xfrm>
            <a:off x="228600" y="1879200"/>
            <a:ext cx="2405160" cy="13849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36" name="Google Shape;109;p20"/>
          <p:cNvPicPr/>
          <p:nvPr/>
        </p:nvPicPr>
        <p:blipFill>
          <a:blip r:embed="rId2"/>
          <a:srcRect l="14225" t="13766" r="731" b="1191"/>
          <a:stretch/>
        </p:blipFill>
        <p:spPr>
          <a:xfrm rot="10800000" flipH="1">
            <a:off x="0" y="0"/>
            <a:ext cx="9143640" cy="5143320"/>
          </a:xfrm>
          <a:prstGeom prst="rect">
            <a:avLst/>
          </a:prstGeom>
          <a:noFill/>
          <a:ln w="0">
            <a:noFill/>
          </a:ln>
        </p:spPr>
      </p:pic>
      <p:cxnSp>
        <p:nvCxnSpPr>
          <p:cNvPr id="37" name="Google Shape;110;p20"/>
          <p:cNvCxnSpPr/>
          <p:nvPr/>
        </p:nvCxnSpPr>
        <p:spPr>
          <a:xfrm>
            <a:off x="0" y="5021640"/>
            <a:ext cx="9144360" cy="360"/>
          </a:xfrm>
          <a:prstGeom prst="straightConnector1">
            <a:avLst/>
          </a:prstGeom>
          <a:ln w="9525">
            <a:solidFill>
              <a:srgbClr val="000000"/>
            </a:solidFill>
            <a:round/>
          </a:ln>
        </p:spPr>
      </p:cxnSp>
      <p:sp>
        <p:nvSpPr>
          <p:cNvPr id="38"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39" name="Google Shape;14;p3"/>
          <p:cNvPicPr/>
          <p:nvPr/>
        </p:nvPicPr>
        <p:blipFill>
          <a:blip r:embed="rId2"/>
          <a:stretch/>
        </p:blipFill>
        <p:spPr>
          <a:xfrm flipH="1">
            <a:off x="360" y="0"/>
            <a:ext cx="9143640" cy="5143320"/>
          </a:xfrm>
          <a:prstGeom prst="rect">
            <a:avLst/>
          </a:prstGeom>
          <a:noFill/>
          <a:ln w="0">
            <a:noFill/>
          </a:ln>
        </p:spPr>
      </p:pic>
      <p:cxnSp>
        <p:nvCxnSpPr>
          <p:cNvPr id="40" name="Google Shape;15;p3"/>
          <p:cNvCxnSpPr/>
          <p:nvPr/>
        </p:nvCxnSpPr>
        <p:spPr>
          <a:xfrm>
            <a:off x="0" y="5021640"/>
            <a:ext cx="9144360" cy="360"/>
          </a:xfrm>
          <a:prstGeom prst="straightConnector1">
            <a:avLst/>
          </a:prstGeom>
          <a:ln w="9525">
            <a:solidFill>
              <a:srgbClr val="000000"/>
            </a:solidFill>
            <a:round/>
          </a:ln>
        </p:spPr>
      </p:cxnSp>
      <p:sp>
        <p:nvSpPr>
          <p:cNvPr id="41" name="PlaceHolder 1"/>
          <p:cNvSpPr>
            <a:spLocks noGrp="1"/>
          </p:cNvSpPr>
          <p:nvPr>
            <p:ph type="title"/>
          </p:nvPr>
        </p:nvSpPr>
        <p:spPr>
          <a:xfrm>
            <a:off x="228600" y="1196280"/>
            <a:ext cx="6984720" cy="227628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
        <p:nvSpPr>
          <p:cNvPr id="42" name="PlaceHolder 2"/>
          <p:cNvSpPr>
            <a:spLocks noGrp="1"/>
          </p:cNvSpPr>
          <p:nvPr>
            <p:ph type="title"/>
          </p:nvPr>
        </p:nvSpPr>
        <p:spPr>
          <a:xfrm>
            <a:off x="228600" y="3396960"/>
            <a:ext cx="1235520" cy="1107720"/>
          </a:xfrm>
          <a:prstGeom prst="rect">
            <a:avLst/>
          </a:prstGeom>
          <a:noFill/>
          <a:ln w="0">
            <a:noFill/>
          </a:ln>
        </p:spPr>
        <p:txBody>
          <a:bodyPr lIns="91440" tIns="91440" rIns="91440" bIns="91440" anchor="b">
            <a:noAutofit/>
          </a:bodyPr>
          <a:lstStyle/>
          <a:p>
            <a:pPr indent="0">
              <a:lnSpc>
                <a:spcPct val="100000"/>
              </a:lnSpc>
              <a:buNone/>
            </a:pPr>
            <a:r>
              <a:rPr lang="fr-FR" sz="6000" b="0" u="none" strike="noStrike">
                <a:solidFill>
                  <a:schemeClr val="dk1"/>
                </a:solidFill>
                <a:effectLst/>
                <a:uFillTx/>
                <a:latin typeface="Hubot Sans Medium"/>
                <a:ea typeface="Hubot Sans Medium"/>
              </a:rPr>
              <a:t>xx%</a:t>
            </a:r>
            <a:endParaRPr lang="fr-FR" sz="6000" b="0" u="none" strike="noStrike">
              <a:solidFill>
                <a:schemeClr val="dk1"/>
              </a:solidFill>
              <a:effectLst/>
              <a:uFillTx/>
              <a:latin typeface="Arial"/>
            </a:endParaRPr>
          </a:p>
        </p:txBody>
      </p:sp>
      <p:sp>
        <p:nvSpPr>
          <p:cNvPr id="43"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pic>
        <p:nvPicPr>
          <p:cNvPr id="44" name="Google Shape;121;p21"/>
          <p:cNvPicPr/>
          <p:nvPr/>
        </p:nvPicPr>
        <p:blipFill>
          <a:blip r:embed="rId2"/>
          <a:stretch/>
        </p:blipFill>
        <p:spPr>
          <a:xfrm rot="10800000">
            <a:off x="360" y="0"/>
            <a:ext cx="9143640" cy="5143320"/>
          </a:xfrm>
          <a:prstGeom prst="rect">
            <a:avLst/>
          </a:prstGeom>
          <a:noFill/>
          <a:ln w="0">
            <a:noFill/>
          </a:ln>
        </p:spPr>
      </p:pic>
      <p:cxnSp>
        <p:nvCxnSpPr>
          <p:cNvPr id="45" name="Google Shape;122;p21"/>
          <p:cNvCxnSpPr/>
          <p:nvPr/>
        </p:nvCxnSpPr>
        <p:spPr>
          <a:xfrm>
            <a:off x="0" y="5021640"/>
            <a:ext cx="9144360" cy="360"/>
          </a:xfrm>
          <a:prstGeom prst="straightConnector1">
            <a:avLst/>
          </a:prstGeom>
          <a:ln w="9525">
            <a:solidFill>
              <a:srgbClr val="000000"/>
            </a:solidFill>
            <a:round/>
          </a:ln>
        </p:spPr>
      </p:cxnSp>
      <p:sp>
        <p:nvSpPr>
          <p:cNvPr id="46" name="PlaceHolder 1"/>
          <p:cNvSpPr>
            <a:spLocks noGrp="1"/>
          </p:cNvSpPr>
          <p:nvPr>
            <p:ph type="title"/>
          </p:nvPr>
        </p:nvSpPr>
        <p:spPr>
          <a:xfrm>
            <a:off x="5618880" y="1866960"/>
            <a:ext cx="3296160" cy="799920"/>
          </a:xfrm>
          <a:prstGeom prst="rect">
            <a:avLst/>
          </a:prstGeom>
          <a:noFill/>
          <a:ln w="0">
            <a:noFill/>
          </a:ln>
        </p:spPr>
        <p:txBody>
          <a:bodyPr lIns="91440" tIns="91440" rIns="91440" bIns="91440" anchor="b">
            <a:noAutofit/>
          </a:bodyPr>
          <a:lstStyle/>
          <a:p>
            <a:pPr indent="0">
              <a:lnSpc>
                <a:spcPct val="100000"/>
              </a:lnSpc>
              <a:buNone/>
            </a:pPr>
            <a:r>
              <a:rPr lang="fr-FR" sz="4000" b="0" u="none" strike="noStrike">
                <a:solidFill>
                  <a:schemeClr val="dk1"/>
                </a:solidFill>
                <a:effectLst/>
                <a:uFillTx/>
                <a:latin typeface="Hubot Sans Medium"/>
                <a:ea typeface="Hubot Sans Medium"/>
              </a:rPr>
              <a:t>xx%</a:t>
            </a:r>
            <a:endParaRPr lang="fr-FR" sz="4000" b="0" u="none" strike="noStrike">
              <a:solidFill>
                <a:schemeClr val="dk1"/>
              </a:solidFill>
              <a:effectLst/>
              <a:uFillTx/>
              <a:latin typeface="Arial"/>
            </a:endParaRPr>
          </a:p>
        </p:txBody>
      </p:sp>
      <p:sp>
        <p:nvSpPr>
          <p:cNvPr id="47" name="PlaceHolder 2"/>
          <p:cNvSpPr>
            <a:spLocks noGrp="1"/>
          </p:cNvSpPr>
          <p:nvPr>
            <p:ph type="title"/>
          </p:nvPr>
        </p:nvSpPr>
        <p:spPr>
          <a:xfrm>
            <a:off x="228600" y="3162240"/>
            <a:ext cx="4752360" cy="954000"/>
          </a:xfrm>
          <a:prstGeom prst="rect">
            <a:avLst/>
          </a:prstGeom>
          <a:noFill/>
          <a:ln w="0">
            <a:noFill/>
          </a:ln>
        </p:spPr>
        <p:txBody>
          <a:bodyPr lIns="91440" tIns="91440" rIns="91440" bIns="91440" anchor="b">
            <a:noAutofit/>
          </a:bodyPr>
          <a:lstStyle/>
          <a:p>
            <a:pPr indent="0">
              <a:lnSpc>
                <a:spcPct val="100000"/>
              </a:lnSpc>
              <a:buNone/>
            </a:pPr>
            <a:r>
              <a:rPr lang="fr-FR" sz="5000" b="0" u="none" strike="noStrike">
                <a:solidFill>
                  <a:schemeClr val="dk1"/>
                </a:solidFill>
                <a:effectLst/>
                <a:uFillTx/>
                <a:latin typeface="Hubot Sans Medium"/>
                <a:ea typeface="Hubot Sans Medium"/>
              </a:rPr>
              <a:t>xx%</a:t>
            </a:r>
            <a:endParaRPr lang="fr-FR" sz="5000" b="0" u="none" strike="noStrike">
              <a:solidFill>
                <a:schemeClr val="dk1"/>
              </a:solidFill>
              <a:effectLst/>
              <a:uFillTx/>
              <a:latin typeface="Arial"/>
            </a:endParaRPr>
          </a:p>
        </p:txBody>
      </p:sp>
      <p:sp>
        <p:nvSpPr>
          <p:cNvPr id="48" name="PlaceHolder 3"/>
          <p:cNvSpPr>
            <a:spLocks noGrp="1"/>
          </p:cNvSpPr>
          <p:nvPr>
            <p:ph type="title"/>
          </p:nvPr>
        </p:nvSpPr>
        <p:spPr>
          <a:xfrm>
            <a:off x="5618880" y="544680"/>
            <a:ext cx="3296160" cy="799920"/>
          </a:xfrm>
          <a:prstGeom prst="rect">
            <a:avLst/>
          </a:prstGeom>
          <a:noFill/>
          <a:ln w="0">
            <a:noFill/>
          </a:ln>
        </p:spPr>
        <p:txBody>
          <a:bodyPr lIns="91440" tIns="91440" rIns="91440" bIns="91440" anchor="b">
            <a:noAutofit/>
          </a:bodyPr>
          <a:lstStyle/>
          <a:p>
            <a:pPr indent="0">
              <a:lnSpc>
                <a:spcPct val="100000"/>
              </a:lnSpc>
              <a:buNone/>
            </a:pPr>
            <a:r>
              <a:rPr lang="fr-FR" sz="4000" b="0" u="none" strike="noStrike">
                <a:solidFill>
                  <a:schemeClr val="dk1"/>
                </a:solidFill>
                <a:effectLst/>
                <a:uFillTx/>
                <a:latin typeface="Hubot Sans Medium"/>
                <a:ea typeface="Hubot Sans Medium"/>
              </a:rPr>
              <a:t>xx%</a:t>
            </a:r>
            <a:endParaRPr lang="fr-FR" sz="4000" b="0" u="none" strike="noStrike">
              <a:solidFill>
                <a:schemeClr val="dk1"/>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49" name="Google Shape;130;p22"/>
          <p:cNvPicPr/>
          <p:nvPr/>
        </p:nvPicPr>
        <p:blipFill>
          <a:blip r:embed="rId2"/>
          <a:stretch/>
        </p:blipFill>
        <p:spPr>
          <a:xfrm rot="10800000" flipH="1">
            <a:off x="0" y="0"/>
            <a:ext cx="9143640" cy="5143320"/>
          </a:xfrm>
          <a:prstGeom prst="rect">
            <a:avLst/>
          </a:prstGeom>
          <a:noFill/>
          <a:ln w="0">
            <a:noFill/>
          </a:ln>
        </p:spPr>
      </p:pic>
      <p:cxnSp>
        <p:nvCxnSpPr>
          <p:cNvPr id="50" name="Google Shape;131;p22"/>
          <p:cNvCxnSpPr/>
          <p:nvPr/>
        </p:nvCxnSpPr>
        <p:spPr>
          <a:xfrm>
            <a:off x="0" y="5021640"/>
            <a:ext cx="9144360" cy="360"/>
          </a:xfrm>
          <a:prstGeom prst="straightConnector1">
            <a:avLst/>
          </a:prstGeom>
          <a:ln w="9525">
            <a:solidFill>
              <a:srgbClr val="000000"/>
            </a:solidFill>
            <a:round/>
          </a:ln>
        </p:spPr>
      </p:cxnSp>
      <p:sp>
        <p:nvSpPr>
          <p:cNvPr id="51" name="PlaceHolder 1"/>
          <p:cNvSpPr>
            <a:spLocks noGrp="1"/>
          </p:cNvSpPr>
          <p:nvPr>
            <p:ph type="title"/>
          </p:nvPr>
        </p:nvSpPr>
        <p:spPr>
          <a:xfrm>
            <a:off x="228600" y="2672280"/>
            <a:ext cx="5343840" cy="11077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
        <p:nvSpPr>
          <p:cNvPr id="52" name="Google Shape;134;p22"/>
          <p:cNvSpPr/>
          <p:nvPr/>
        </p:nvSpPr>
        <p:spPr>
          <a:xfrm>
            <a:off x="6395760" y="392400"/>
            <a:ext cx="2519280" cy="7999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Work Sans"/>
                <a:ea typeface="Work Sans"/>
              </a:rPr>
              <a:t>CREDITS:</a:t>
            </a:r>
            <a:r>
              <a:rPr lang="en" sz="1000" b="0" u="none" strike="noStrike">
                <a:solidFill>
                  <a:schemeClr val="dk1"/>
                </a:solidFill>
                <a:effectLst/>
                <a:uFillTx/>
                <a:latin typeface="Work Sans"/>
                <a:ea typeface="Work Sans"/>
              </a:rPr>
              <a:t> This presentation template was created by </a:t>
            </a:r>
            <a:r>
              <a:rPr lang="en" sz="1000" b="1" u="sng" strike="noStrike">
                <a:solidFill>
                  <a:schemeClr val="dk1"/>
                </a:solidFill>
                <a:effectLst/>
                <a:uFillTx/>
                <a:latin typeface="Work Sans"/>
                <a:ea typeface="Work Sans"/>
                <a:hlinkClick r:id="rId3"/>
              </a:rPr>
              <a:t>Slidesgo</a:t>
            </a:r>
            <a:r>
              <a:rPr lang="en" sz="1000" b="0" u="none" strike="noStrike">
                <a:solidFill>
                  <a:schemeClr val="dk1"/>
                </a:solidFill>
                <a:effectLst/>
                <a:uFillTx/>
                <a:latin typeface="Work Sans"/>
                <a:ea typeface="Work Sans"/>
              </a:rPr>
              <a:t>, and includes icons, infographics &amp; images by </a:t>
            </a:r>
            <a:r>
              <a:rPr lang="en" sz="1000" b="1" u="sng" strike="noStrike">
                <a:solidFill>
                  <a:schemeClr val="dk1"/>
                </a:solidFill>
                <a:effectLst/>
                <a:uFillTx/>
                <a:latin typeface="Work Sans"/>
                <a:ea typeface="Work Sans"/>
                <a:hlinkClick r:id="rId4"/>
              </a:rPr>
              <a:t>Freepik</a:t>
            </a:r>
            <a:r>
              <a:rPr lang="en" sz="1000" b="0" u="sng" strike="noStrike">
                <a:solidFill>
                  <a:schemeClr val="dk1"/>
                </a:solidFill>
                <a:effectLst/>
                <a:uFillTx/>
                <a:latin typeface="Work Sans"/>
                <a:ea typeface="Work Sans"/>
              </a:rPr>
              <a:t> </a:t>
            </a:r>
            <a:endParaRPr lang="en-US" sz="1000" b="0" u="none" strike="noStrike" dirty="0">
              <a:solidFill>
                <a:srgbClr val="000000"/>
              </a:solidFill>
              <a:effectLst/>
              <a:uFillTx/>
              <a:latin typeface="OpenSymbo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pic>
        <p:nvPicPr>
          <p:cNvPr id="53" name="Google Shape;136;p23"/>
          <p:cNvPicPr/>
          <p:nvPr/>
        </p:nvPicPr>
        <p:blipFill>
          <a:blip r:embed="rId2"/>
          <a:stretch/>
        </p:blipFill>
        <p:spPr>
          <a:xfrm flipH="1">
            <a:off x="360" y="0"/>
            <a:ext cx="9143640" cy="5143320"/>
          </a:xfrm>
          <a:prstGeom prst="rect">
            <a:avLst/>
          </a:prstGeom>
          <a:noFill/>
          <a:ln w="0">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54" name="Google Shape;138;p24"/>
          <p:cNvPicPr/>
          <p:nvPr/>
        </p:nvPicPr>
        <p:blipFill>
          <a:blip r:embed="rId2"/>
          <a:stretch/>
        </p:blipFill>
        <p:spPr>
          <a:xfrm flipH="1">
            <a:off x="360" y="0"/>
            <a:ext cx="9143640" cy="514332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55" name="Google Shape;20;p4"/>
          <p:cNvPicPr/>
          <p:nvPr/>
        </p:nvPicPr>
        <p:blipFill>
          <a:blip r:embed="rId2"/>
          <a:stretch/>
        </p:blipFill>
        <p:spPr>
          <a:xfrm rot="10800000">
            <a:off x="360" y="0"/>
            <a:ext cx="9143640" cy="5143320"/>
          </a:xfrm>
          <a:prstGeom prst="rect">
            <a:avLst/>
          </a:prstGeom>
          <a:noFill/>
          <a:ln w="0">
            <a:noFill/>
          </a:ln>
        </p:spPr>
      </p:pic>
      <p:cxnSp>
        <p:nvCxnSpPr>
          <p:cNvPr id="56" name="Google Shape;21;p4"/>
          <p:cNvCxnSpPr/>
          <p:nvPr/>
        </p:nvCxnSpPr>
        <p:spPr>
          <a:xfrm>
            <a:off x="0" y="5021640"/>
            <a:ext cx="9144360" cy="360"/>
          </a:xfrm>
          <a:prstGeom prst="straightConnector1">
            <a:avLst/>
          </a:prstGeom>
          <a:ln w="9525">
            <a:solidFill>
              <a:srgbClr val="000000"/>
            </a:solidFill>
            <a:round/>
          </a:ln>
        </p:spPr>
      </p:cxnSp>
      <p:sp>
        <p:nvSpPr>
          <p:cNvPr id="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8" name="PlaceHolder 2"/>
          <p:cNvSpPr>
            <a:spLocks noGrp="1"/>
          </p:cNvSpPr>
          <p:nvPr>
            <p:ph type="body"/>
          </p:nvPr>
        </p:nvSpPr>
        <p:spPr>
          <a:xfrm>
            <a:off x="720000" y="1215720"/>
            <a:ext cx="770364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9" name="Google Shape;25;p5"/>
          <p:cNvPicPr/>
          <p:nvPr/>
        </p:nvPicPr>
        <p:blipFill>
          <a:blip r:embed="rId2"/>
          <a:srcRect l="10261" t="8058" r="-2888" b="-686"/>
          <a:stretch/>
        </p:blipFill>
        <p:spPr>
          <a:xfrm rot="10800000">
            <a:off x="360" y="0"/>
            <a:ext cx="9143640" cy="5143320"/>
          </a:xfrm>
          <a:prstGeom prst="rect">
            <a:avLst/>
          </a:prstGeom>
          <a:noFill/>
          <a:ln w="0">
            <a:noFill/>
          </a:ln>
        </p:spPr>
      </p:pic>
      <p:cxnSp>
        <p:nvCxnSpPr>
          <p:cNvPr id="60" name="Google Shape;26;p5"/>
          <p:cNvCxnSpPr/>
          <p:nvPr/>
        </p:nvCxnSpPr>
        <p:spPr>
          <a:xfrm>
            <a:off x="0" y="5021640"/>
            <a:ext cx="9144360" cy="360"/>
          </a:xfrm>
          <a:prstGeom prst="straightConnector1">
            <a:avLst/>
          </a:prstGeom>
          <a:ln w="9525">
            <a:solidFill>
              <a:srgbClr val="000000"/>
            </a:solidFill>
            <a:round/>
          </a:ln>
        </p:spPr>
      </p:cxnSp>
      <p:sp>
        <p:nvSpPr>
          <p:cNvPr id="61"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62" name="Google Shape;33;p6"/>
          <p:cNvPicPr/>
          <p:nvPr/>
        </p:nvPicPr>
        <p:blipFill>
          <a:blip r:embed="rId2"/>
          <a:stretch/>
        </p:blipFill>
        <p:spPr>
          <a:xfrm>
            <a:off x="0" y="0"/>
            <a:ext cx="9143640" cy="5143320"/>
          </a:xfrm>
          <a:prstGeom prst="rect">
            <a:avLst/>
          </a:prstGeom>
          <a:noFill/>
          <a:ln w="0">
            <a:noFill/>
          </a:ln>
        </p:spPr>
      </p:pic>
      <p:sp>
        <p:nvSpPr>
          <p:cNvPr id="63" name="PlaceHolder 1"/>
          <p:cNvSpPr>
            <a:spLocks noGrp="1"/>
          </p:cNvSpPr>
          <p:nvPr>
            <p:ph type="title"/>
          </p:nvPr>
        </p:nvSpPr>
        <p:spPr>
          <a:xfrm>
            <a:off x="228600" y="228600"/>
            <a:ext cx="86864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64" name="Google Shape;36;p7"/>
          <p:cNvPicPr/>
          <p:nvPr/>
        </p:nvPicPr>
        <p:blipFill>
          <a:blip r:embed="rId2"/>
          <a:stretch/>
        </p:blipFill>
        <p:spPr>
          <a:xfrm rot="10800000">
            <a:off x="360" y="0"/>
            <a:ext cx="9143640" cy="5143320"/>
          </a:xfrm>
          <a:prstGeom prst="rect">
            <a:avLst/>
          </a:prstGeom>
          <a:noFill/>
          <a:ln w="0">
            <a:noFill/>
          </a:ln>
        </p:spPr>
      </p:pic>
      <p:cxnSp>
        <p:nvCxnSpPr>
          <p:cNvPr id="65" name="Google Shape;37;p7"/>
          <p:cNvCxnSpPr/>
          <p:nvPr/>
        </p:nvCxnSpPr>
        <p:spPr>
          <a:xfrm>
            <a:off x="0" y="5021640"/>
            <a:ext cx="9144360" cy="360"/>
          </a:xfrm>
          <a:prstGeom prst="straightConnector1">
            <a:avLst/>
          </a:prstGeom>
          <a:ln w="9525">
            <a:solidFill>
              <a:srgbClr val="000000"/>
            </a:solidFill>
            <a:round/>
          </a:ln>
        </p:spPr>
      </p:cxnSp>
      <p:sp>
        <p:nvSpPr>
          <p:cNvPr id="66" name="PlaceHolder 1"/>
          <p:cNvSpPr>
            <a:spLocks noGrp="1"/>
          </p:cNvSpPr>
          <p:nvPr>
            <p:ph type="title"/>
          </p:nvPr>
        </p:nvSpPr>
        <p:spPr>
          <a:xfrm>
            <a:off x="228600" y="351000"/>
            <a:ext cx="4936320" cy="1426680"/>
          </a:xfrm>
          <a:prstGeom prst="rect">
            <a:avLst/>
          </a:prstGeom>
          <a:noFill/>
          <a:ln w="0">
            <a:noFill/>
          </a:ln>
        </p:spPr>
        <p:txBody>
          <a:bodyPr lIns="91440" tIns="91440" rIns="91440" bIns="91440" anchor="b">
            <a:noAutofit/>
          </a:bodyPr>
          <a:lstStyle/>
          <a:p>
            <a:pPr indent="0">
              <a:buNone/>
            </a:pPr>
            <a:r>
              <a:rPr lang="fr-FR" sz="2600" b="0" u="none" strike="noStrike">
                <a:solidFill>
                  <a:schemeClr val="dk1"/>
                </a:solidFill>
                <a:effectLst/>
                <a:uFillTx/>
                <a:latin typeface="Arial"/>
              </a:rPr>
              <a:t>Click to edit the title text format</a:t>
            </a:r>
          </a:p>
        </p:txBody>
      </p:sp>
      <p:sp>
        <p:nvSpPr>
          <p:cNvPr id="67" name="PlaceHolder 2"/>
          <p:cNvSpPr>
            <a:spLocks noGrp="1"/>
          </p:cNvSpPr>
          <p:nvPr>
            <p:ph type="body"/>
          </p:nvPr>
        </p:nvSpPr>
        <p:spPr>
          <a:xfrm>
            <a:off x="5473080" y="228600"/>
            <a:ext cx="3441960" cy="4663080"/>
          </a:xfrm>
          <a:prstGeom prst="rect">
            <a:avLst/>
          </a:prstGeom>
          <a:noFill/>
          <a:ln w="19080">
            <a:solidFill>
              <a:schemeClr val="dk2"/>
            </a:solidFill>
            <a:round/>
          </a:ln>
        </p:spPr>
        <p:txBody>
          <a:bodyPr lIns="90000" tIns="45000" rIns="90000" bIns="4500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8" name="Google Shape;42;p8"/>
          <p:cNvPicPr/>
          <p:nvPr/>
        </p:nvPicPr>
        <p:blipFill>
          <a:blip r:embed="rId2"/>
          <a:stretch/>
        </p:blipFill>
        <p:spPr>
          <a:xfrm>
            <a:off x="0" y="0"/>
            <a:ext cx="9143640" cy="5143320"/>
          </a:xfrm>
          <a:prstGeom prst="rect">
            <a:avLst/>
          </a:prstGeom>
          <a:noFill/>
          <a:ln w="0">
            <a:noFill/>
          </a:ln>
        </p:spPr>
      </p:pic>
      <p:cxnSp>
        <p:nvCxnSpPr>
          <p:cNvPr id="69" name="Google Shape;43;p8"/>
          <p:cNvCxnSpPr/>
          <p:nvPr/>
        </p:nvCxnSpPr>
        <p:spPr>
          <a:xfrm>
            <a:off x="0" y="5021640"/>
            <a:ext cx="9144360" cy="360"/>
          </a:xfrm>
          <a:prstGeom prst="straightConnector1">
            <a:avLst/>
          </a:prstGeom>
          <a:ln w="9525">
            <a:solidFill>
              <a:srgbClr val="000000"/>
            </a:solidFill>
            <a:round/>
          </a:ln>
        </p:spPr>
      </p:cxnSp>
      <p:sp>
        <p:nvSpPr>
          <p:cNvPr id="70" name="PlaceHolder 1"/>
          <p:cNvSpPr>
            <a:spLocks noGrp="1"/>
          </p:cNvSpPr>
          <p:nvPr>
            <p:ph type="title"/>
          </p:nvPr>
        </p:nvSpPr>
        <p:spPr>
          <a:xfrm>
            <a:off x="2318040" y="1307160"/>
            <a:ext cx="45079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71" name="Google Shape;46;p9"/>
          <p:cNvPicPr/>
          <p:nvPr/>
        </p:nvPicPr>
        <p:blipFill>
          <a:blip r:embed="rId2"/>
          <a:stretch/>
        </p:blipFill>
        <p:spPr>
          <a:xfrm>
            <a:off x="0" y="0"/>
            <a:ext cx="9143640" cy="5143320"/>
          </a:xfrm>
          <a:prstGeom prst="rect">
            <a:avLst/>
          </a:prstGeom>
          <a:noFill/>
          <a:ln w="0">
            <a:noFill/>
          </a:ln>
        </p:spPr>
      </p:pic>
      <p:cxnSp>
        <p:nvCxnSpPr>
          <p:cNvPr id="72" name="Google Shape;47;p9"/>
          <p:cNvCxnSpPr/>
          <p:nvPr/>
        </p:nvCxnSpPr>
        <p:spPr>
          <a:xfrm>
            <a:off x="0" y="5021640"/>
            <a:ext cx="9144360" cy="360"/>
          </a:xfrm>
          <a:prstGeom prst="straightConnector1">
            <a:avLst/>
          </a:prstGeom>
          <a:ln w="9525">
            <a:solidFill>
              <a:srgbClr val="000000"/>
            </a:solidFill>
            <a:round/>
          </a:ln>
        </p:spPr>
      </p:cxnSp>
      <p:sp>
        <p:nvSpPr>
          <p:cNvPr id="73" name="PlaceHolder 1"/>
          <p:cNvSpPr>
            <a:spLocks noGrp="1"/>
          </p:cNvSpPr>
          <p:nvPr>
            <p:ph type="title"/>
          </p:nvPr>
        </p:nvSpPr>
        <p:spPr>
          <a:xfrm>
            <a:off x="2135520" y="1189080"/>
            <a:ext cx="4872600" cy="196416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7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75" name="PlaceHolder 2"/>
          <p:cNvSpPr>
            <a:spLocks noGrp="1"/>
          </p:cNvSpPr>
          <p:nvPr>
            <p:ph type="title"/>
          </p:nvPr>
        </p:nvSpPr>
        <p:spPr>
          <a:xfrm>
            <a:off x="720000" y="4014360"/>
            <a:ext cx="7703640" cy="572400"/>
          </a:xfrm>
          <a:prstGeom prst="rect">
            <a:avLst/>
          </a:prstGeom>
          <a:solidFill>
            <a:srgbClr val="000000"/>
          </a:solidFill>
          <a:ln w="0">
            <a:noFill/>
          </a:ln>
        </p:spPr>
        <p:txBody>
          <a:bodyPr lIns="91440" tIns="91440" rIns="91440" bIns="91440" anchor="ctr">
            <a:noAutofit/>
          </a:bodyPr>
          <a:lstStyle/>
          <a:p>
            <a:pPr indent="0">
              <a:buNone/>
            </a:pPr>
            <a:r>
              <a:rPr lang="fr-FR" sz="1800" b="0" u="none" strike="noStrike">
                <a:solidFill>
                  <a:schemeClr val="dk1"/>
                </a:solidFill>
                <a:effectLst/>
                <a:uFillTx/>
                <a:latin typeface="Arial"/>
              </a:rPr>
              <a:t>Click to edit the title text format</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76" name="Google Shape;144;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7"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8" name="Google Shape;147;p28"/>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dirty="0">
              <a:solidFill>
                <a:srgbClr val="000000"/>
              </a:solidFill>
              <a:effectLst/>
              <a:uFillTx/>
              <a:latin typeface="OpenSymbol"/>
            </a:endParaRPr>
          </a:p>
        </p:txBody>
      </p:sp>
      <p:sp>
        <p:nvSpPr>
          <p:cNvPr id="79"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80"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2"/>
          <p:cNvSpPr>
            <a:spLocks noGrp="1"/>
          </p:cNvSpPr>
          <p:nvPr>
            <p:ph type="body"/>
          </p:nvPr>
        </p:nvSpPr>
        <p:spPr>
          <a:xfrm>
            <a:off x="2409840" y="714240"/>
            <a:ext cx="6372000" cy="62820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2800" b="1" u="none" strike="noStrike" dirty="0">
                <a:solidFill>
                  <a:srgbClr val="000000"/>
                </a:solidFill>
                <a:effectLst/>
                <a:uFillTx/>
                <a:latin typeface="OpenSymbol"/>
              </a:rPr>
              <a:t>User Manual</a:t>
            </a:r>
          </a:p>
        </p:txBody>
      </p:sp>
      <p:sp>
        <p:nvSpPr>
          <p:cNvPr id="81" name="PlaceHolder 1"/>
          <p:cNvSpPr>
            <a:spLocks noGrp="1"/>
          </p:cNvSpPr>
          <p:nvPr>
            <p:ph type="title"/>
          </p:nvPr>
        </p:nvSpPr>
        <p:spPr>
          <a:xfrm>
            <a:off x="228600" y="1714680"/>
            <a:ext cx="7600680" cy="289512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fr-FR" sz="5400" i="1" u="none" strike="noStrike" dirty="0">
                <a:solidFill>
                  <a:schemeClr val="dk1"/>
                </a:solidFill>
                <a:effectLst/>
                <a:uFillTx/>
                <a:latin typeface="+mn-lt"/>
              </a:rPr>
              <a:t>CancerWise</a:t>
            </a:r>
            <a:br>
              <a:rPr lang="fr-FR" sz="5400" i="1" u="none" strike="noStrike" dirty="0">
                <a:solidFill>
                  <a:schemeClr val="dk1"/>
                </a:solidFill>
                <a:effectLst/>
                <a:uFillTx/>
                <a:latin typeface="+mn-lt"/>
              </a:rPr>
            </a:br>
            <a:r>
              <a:rPr lang="fr-FR" sz="5400" i="1" u="none" strike="noStrike" dirty="0">
                <a:solidFill>
                  <a:schemeClr val="dk1"/>
                </a:solidFill>
                <a:effectLst/>
                <a:uFillTx/>
                <a:latin typeface="+mn-lt"/>
              </a:rPr>
              <a:t>(Lung Cancer Predictor)</a:t>
            </a:r>
            <a:br>
              <a:rPr lang="fr-FR" sz="5400" i="1" u="none" strike="noStrike" dirty="0">
                <a:solidFill>
                  <a:schemeClr val="dk1"/>
                </a:solidFill>
                <a:effectLst/>
                <a:uFillTx/>
                <a:latin typeface="+mn-lt"/>
              </a:rPr>
            </a:br>
            <a:br>
              <a:rPr lang="fr-FR" sz="5400" i="1" u="none" strike="noStrike" dirty="0">
                <a:solidFill>
                  <a:schemeClr val="dk1"/>
                </a:solidFill>
                <a:effectLst/>
                <a:uFillTx/>
                <a:latin typeface="+mn-lt"/>
              </a:rPr>
            </a:br>
            <a:r>
              <a:rPr lang="fr-FR" sz="3200" b="1" u="none" strike="noStrike" dirty="0">
                <a:solidFill>
                  <a:schemeClr val="dk1"/>
                </a:solidFill>
                <a:effectLst/>
                <a:uFillTx/>
                <a:latin typeface="+mn-lt"/>
              </a:rPr>
              <a:t>Arijit </a:t>
            </a:r>
            <a:r>
              <a:rPr lang="fr-FR" sz="3200" b="1" dirty="0">
                <a:solidFill>
                  <a:schemeClr val="dk1"/>
                </a:solidFill>
                <a:latin typeface="+mn-lt"/>
              </a:rPr>
              <a:t>S</a:t>
            </a:r>
            <a:r>
              <a:rPr lang="fr-FR" sz="3200" b="1" u="none" strike="noStrike" dirty="0">
                <a:solidFill>
                  <a:schemeClr val="dk1"/>
                </a:solidFill>
                <a:effectLst/>
                <a:uFillTx/>
                <a:latin typeface="+mn-lt"/>
              </a:rPr>
              <a:t>ingh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127C91D-D388-9FEF-623F-AC0D69133DFB}"/>
              </a:ext>
            </a:extLst>
          </p:cNvPr>
          <p:cNvSpPr>
            <a:spLocks noGrp="1"/>
          </p:cNvSpPr>
          <p:nvPr>
            <p:ph type="body"/>
          </p:nvPr>
        </p:nvSpPr>
        <p:spPr>
          <a:xfrm>
            <a:off x="457200" y="530460"/>
            <a:ext cx="8229240" cy="3655980"/>
          </a:xfrm>
        </p:spPr>
        <p:txBody>
          <a:bodyPr/>
          <a:lstStyle/>
          <a:p>
            <a:r>
              <a:rPr lang="en-IN" dirty="0"/>
              <a:t>Table of Content</a:t>
            </a:r>
          </a:p>
        </p:txBody>
      </p:sp>
      <p:sp>
        <p:nvSpPr>
          <p:cNvPr id="2" name="Title 1">
            <a:extLst>
              <a:ext uri="{FF2B5EF4-FFF2-40B4-BE49-F238E27FC236}">
                <a16:creationId xmlns:a16="http://schemas.microsoft.com/office/drawing/2014/main" id="{33D85B55-CB35-6F96-294F-E7AEF23DD5F4}"/>
              </a:ext>
            </a:extLst>
          </p:cNvPr>
          <p:cNvSpPr>
            <a:spLocks noGrp="1"/>
          </p:cNvSpPr>
          <p:nvPr>
            <p:ph type="title"/>
          </p:nvPr>
        </p:nvSpPr>
        <p:spPr>
          <a:xfrm>
            <a:off x="228600" y="1085850"/>
            <a:ext cx="7600680" cy="3527190"/>
          </a:xfrm>
        </p:spPr>
        <p:txBody>
          <a:bodyPr/>
          <a:lstStyle/>
          <a:p>
            <a:br>
              <a:rPr lang="en-IN" sz="2400" dirty="0"/>
            </a:br>
            <a:r>
              <a:rPr lang="en-IN" sz="2400" dirty="0"/>
              <a:t>1)Acknowledgements</a:t>
            </a:r>
            <a:br>
              <a:rPr lang="en-IN" sz="2400" dirty="0"/>
            </a:br>
            <a:r>
              <a:rPr lang="en-IN" sz="2400" dirty="0"/>
              <a:t>2)About Me</a:t>
            </a:r>
            <a:br>
              <a:rPr lang="en-IN" sz="2400" dirty="0"/>
            </a:br>
            <a:r>
              <a:rPr lang="en-IN" sz="2400" dirty="0"/>
              <a:t>3)About Internship Journey</a:t>
            </a:r>
            <a:br>
              <a:rPr lang="en-IN" sz="2400" dirty="0"/>
            </a:br>
            <a:r>
              <a:rPr lang="en-IN" sz="2400" dirty="0"/>
              <a:t>4)About App</a:t>
            </a:r>
            <a:br>
              <a:rPr lang="en-IN" sz="2400" dirty="0"/>
            </a:br>
            <a:r>
              <a:rPr lang="en-IN" sz="2400" dirty="0"/>
              <a:t>5)How to use the App</a:t>
            </a:r>
            <a:br>
              <a:rPr lang="en-IN" sz="2400" dirty="0"/>
            </a:br>
            <a:r>
              <a:rPr lang="en-IN" sz="2400" dirty="0"/>
              <a:t>6)Conclusion</a:t>
            </a:r>
          </a:p>
        </p:txBody>
      </p:sp>
    </p:spTree>
    <p:extLst>
      <p:ext uri="{BB962C8B-B14F-4D97-AF65-F5344CB8AC3E}">
        <p14:creationId xmlns:p14="http://schemas.microsoft.com/office/powerpoint/2010/main" val="3290498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PlaceHolder 2"/>
          <p:cNvSpPr>
            <a:spLocks noGrp="1"/>
          </p:cNvSpPr>
          <p:nvPr>
            <p:ph type="body"/>
          </p:nvPr>
        </p:nvSpPr>
        <p:spPr>
          <a:xfrm>
            <a:off x="2876400" y="2543040"/>
            <a:ext cx="6038640" cy="20570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200" b="0" u="none" strike="noStrike" dirty="0">
                <a:solidFill>
                  <a:schemeClr val="dk1"/>
                </a:solidFill>
                <a:effectLst/>
                <a:uFillTx/>
                <a:latin typeface="Work Sans"/>
                <a:ea typeface="Work Sans"/>
              </a:rPr>
              <a:t>This presentation covers the key aspects of the app development project. </a:t>
            </a:r>
            <a:endParaRPr lang="en-US" sz="1200" b="0" u="none" strike="noStrike" dirty="0">
              <a:solidFill>
                <a:srgbClr val="000000"/>
              </a:solidFill>
              <a:effectLst/>
              <a:uFillTx/>
              <a:latin typeface="OpenSymbol"/>
            </a:endParaRPr>
          </a:p>
          <a:p>
            <a:pPr indent="0">
              <a:lnSpc>
                <a:spcPct val="100000"/>
              </a:lnSpc>
              <a:buNone/>
              <a:tabLst>
                <a:tab pos="0" algn="l"/>
              </a:tabLst>
            </a:pPr>
            <a:r>
              <a:rPr lang="en-US" sz="1200" b="0" u="none" strike="noStrike" dirty="0">
                <a:solidFill>
                  <a:schemeClr val="dk1"/>
                </a:solidFill>
                <a:effectLst/>
                <a:uFillTx/>
                <a:latin typeface="Work Sans"/>
                <a:ea typeface="Work Sans"/>
              </a:rPr>
              <a:t>It highlights the introduction, acknowledges contributors, </a:t>
            </a:r>
            <a:endParaRPr lang="en-US" sz="1200" b="0" u="none" strike="noStrike" dirty="0">
              <a:solidFill>
                <a:srgbClr val="000000"/>
              </a:solidFill>
              <a:effectLst/>
              <a:uFillTx/>
              <a:latin typeface="OpenSymbol"/>
            </a:endParaRPr>
          </a:p>
          <a:p>
            <a:pPr indent="0">
              <a:lnSpc>
                <a:spcPct val="100000"/>
              </a:lnSpc>
              <a:buNone/>
              <a:tabLst>
                <a:tab pos="0" algn="l"/>
              </a:tabLst>
            </a:pPr>
            <a:r>
              <a:rPr lang="en-US" sz="1200" b="0" u="none" strike="noStrike" dirty="0">
                <a:solidFill>
                  <a:schemeClr val="dk1"/>
                </a:solidFill>
                <a:effectLst/>
                <a:uFillTx/>
                <a:latin typeface="Work Sans"/>
                <a:ea typeface="Work Sans"/>
              </a:rPr>
              <a:t>and summarizes the internship experience and app creation process.</a:t>
            </a:r>
            <a:endParaRPr lang="en-US" sz="1200" b="0" u="none" strike="noStrike" dirty="0">
              <a:solidFill>
                <a:srgbClr val="000000"/>
              </a:solidFill>
              <a:effectLst/>
              <a:uFillTx/>
              <a:latin typeface="OpenSymbol"/>
            </a:endParaRPr>
          </a:p>
        </p:txBody>
      </p:sp>
      <p:sp>
        <p:nvSpPr>
          <p:cNvPr id="87" name="PlaceHolder 1"/>
          <p:cNvSpPr>
            <a:spLocks noGrp="1"/>
          </p:cNvSpPr>
          <p:nvPr>
            <p:ph type="title"/>
          </p:nvPr>
        </p:nvSpPr>
        <p:spPr>
          <a:xfrm>
            <a:off x="228600" y="266760"/>
            <a:ext cx="4304880" cy="20570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2600" b="0" u="none" strike="noStrike" dirty="0">
                <a:solidFill>
                  <a:schemeClr val="dk1"/>
                </a:solidFill>
                <a:effectLst/>
                <a:uFillTx/>
                <a:latin typeface="Hubot Sans Medium"/>
                <a:ea typeface="Hubot Sans Medium"/>
              </a:rPr>
              <a:t>Introduction</a:t>
            </a:r>
            <a:endParaRPr lang="fr-FR" sz="26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2"/>
          <p:cNvSpPr>
            <a:spLocks noGrp="1"/>
          </p:cNvSpPr>
          <p:nvPr>
            <p:ph type="body"/>
          </p:nvPr>
        </p:nvSpPr>
        <p:spPr>
          <a:xfrm>
            <a:off x="2876400" y="2543040"/>
            <a:ext cx="6038640" cy="2057040"/>
          </a:xfrm>
          <a:prstGeom prst="rect">
            <a:avLst/>
          </a:prstGeom>
          <a:noFill/>
          <a:ln w="0">
            <a:noFill/>
          </a:ln>
        </p:spPr>
        <p:txBody>
          <a:bodyPr lIns="91440" tIns="91440" rIns="91440" bIns="91440" anchor="t">
            <a:normAutofit/>
          </a:bodyPr>
          <a:lstStyle/>
          <a:p>
            <a:r>
              <a:rPr lang="en-US" sz="1200" dirty="0"/>
              <a:t>I would like to extend my deepest gratitude to all those who have supported me throughout the development of this project.</a:t>
            </a:r>
          </a:p>
          <a:p>
            <a:r>
              <a:rPr lang="en-US" sz="1200" dirty="0"/>
              <a:t>First and foremost, to my parents, for their constant encouragement and unwavering support, which provided the foundation for all my endeavors.</a:t>
            </a:r>
          </a:p>
          <a:p>
            <a:r>
              <a:rPr lang="en-US" sz="1200" dirty="0"/>
              <a:t>I am also incredibly grateful to my mentors, </a:t>
            </a:r>
            <a:r>
              <a:rPr lang="en-US" sz="1200" b="1" dirty="0"/>
              <a:t>Mr. Avishek</a:t>
            </a:r>
            <a:r>
              <a:rPr lang="en-US" sz="1200" dirty="0"/>
              <a:t> and </a:t>
            </a:r>
            <a:r>
              <a:rPr lang="en-US" sz="1200" b="1" dirty="0"/>
              <a:t>Mr. Ken</a:t>
            </a:r>
            <a:r>
              <a:rPr lang="en-US" sz="1200" dirty="0"/>
              <a:t>, for their invaluable guidance, expert insights, and dedicated mentorship. Their feedback and wisdom were crucial to navigating the complexities of this project.</a:t>
            </a:r>
          </a:p>
          <a:p>
            <a:r>
              <a:rPr lang="en-US" sz="1200" dirty="0"/>
              <a:t>This work is a testament to the collective effort and support of my family and mentors, and I am sincerely thankful for their belief in my potential.</a:t>
            </a:r>
          </a:p>
        </p:txBody>
      </p:sp>
      <p:sp>
        <p:nvSpPr>
          <p:cNvPr id="92" name="PlaceHolder 1"/>
          <p:cNvSpPr>
            <a:spLocks noGrp="1"/>
          </p:cNvSpPr>
          <p:nvPr>
            <p:ph type="title"/>
          </p:nvPr>
        </p:nvSpPr>
        <p:spPr>
          <a:xfrm>
            <a:off x="228600" y="266760"/>
            <a:ext cx="4304880" cy="20570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2600" b="0" u="none" strike="noStrike" dirty="0">
                <a:solidFill>
                  <a:schemeClr val="dk1"/>
                </a:solidFill>
                <a:effectLst/>
                <a:uFillTx/>
                <a:latin typeface="Hubot Sans Medium"/>
                <a:ea typeface="Hubot Sans Medium"/>
              </a:rPr>
              <a:t>Acknowledgements</a:t>
            </a:r>
            <a:endParaRPr lang="fr-FR" sz="2600" b="0" u="none" strike="noStrike" dirty="0">
              <a:solidFill>
                <a:schemeClr val="dk1"/>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7201AB8-5FF5-E2EB-B362-21BAAC3F2F0F}"/>
              </a:ext>
            </a:extLst>
          </p:cNvPr>
          <p:cNvSpPr>
            <a:spLocks noGrp="1"/>
          </p:cNvSpPr>
          <p:nvPr>
            <p:ph type="body"/>
          </p:nvPr>
        </p:nvSpPr>
        <p:spPr>
          <a:xfrm>
            <a:off x="720000" y="1250156"/>
            <a:ext cx="4240620" cy="3579019"/>
          </a:xfrm>
        </p:spPr>
        <p:txBody>
          <a:bodyPr/>
          <a:lstStyle/>
          <a:p>
            <a:r>
              <a:rPr lang="en-US" sz="1600" dirty="0"/>
              <a:t>My name is Arijit Singh, a student of Grade 12</a:t>
            </a:r>
            <a:r>
              <a:rPr lang="en-US" sz="1600" baseline="30000" dirty="0"/>
              <a:t>th </a:t>
            </a:r>
            <a:r>
              <a:rPr lang="en-US" sz="1600" dirty="0"/>
              <a:t>.</a:t>
            </a:r>
          </a:p>
          <a:p>
            <a:r>
              <a:rPr lang="en-US" sz="1600" dirty="0"/>
              <a:t>As a passionate student developer, I am deeply committed to leveraging artificial intelligence for social good. I believe in creating technology that is not only innovative but also accessible and impactful. The development of CancerWise was an opportunity to apply my knowledge in machine learning to a critical healthcare challenge, aiming to provide a user-friendly tool that promotes health awareness.</a:t>
            </a:r>
          </a:p>
          <a:p>
            <a:endParaRPr lang="en-IN" dirty="0"/>
          </a:p>
        </p:txBody>
      </p:sp>
      <p:sp>
        <p:nvSpPr>
          <p:cNvPr id="2" name="Title 1">
            <a:extLst>
              <a:ext uri="{FF2B5EF4-FFF2-40B4-BE49-F238E27FC236}">
                <a16:creationId xmlns:a16="http://schemas.microsoft.com/office/drawing/2014/main" id="{1554C987-15C8-8BC8-D08B-B6AB20822C93}"/>
              </a:ext>
            </a:extLst>
          </p:cNvPr>
          <p:cNvSpPr>
            <a:spLocks noGrp="1"/>
          </p:cNvSpPr>
          <p:nvPr>
            <p:ph type="title"/>
          </p:nvPr>
        </p:nvSpPr>
        <p:spPr/>
        <p:txBody>
          <a:bodyPr/>
          <a:lstStyle/>
          <a:p>
            <a:r>
              <a:rPr lang="en-IN" dirty="0"/>
              <a:t>About Me</a:t>
            </a:r>
          </a:p>
        </p:txBody>
      </p:sp>
      <p:sp>
        <p:nvSpPr>
          <p:cNvPr id="4" name="Rectangle: Rounded Corners 3">
            <a:extLst>
              <a:ext uri="{FF2B5EF4-FFF2-40B4-BE49-F238E27FC236}">
                <a16:creationId xmlns:a16="http://schemas.microsoft.com/office/drawing/2014/main" id="{B205B666-DF0C-00D8-061E-E2F8B28DB7B7}"/>
              </a:ext>
            </a:extLst>
          </p:cNvPr>
          <p:cNvSpPr/>
          <p:nvPr/>
        </p:nvSpPr>
        <p:spPr>
          <a:xfrm>
            <a:off x="5341620" y="301942"/>
            <a:ext cx="3585300" cy="4539615"/>
          </a:xfrm>
          <a:prstGeom prst="roundRect">
            <a:avLst/>
          </a:prstGeom>
          <a:blipFill dpi="0" rotWithShape="1">
            <a:blip r:embed="rId2" cstate="print">
              <a:extLst>
                <a:ext uri="{BEBA8EAE-BF5A-486C-A8C5-ECC9F3942E4B}">
                  <a14:imgProps xmlns:a14="http://schemas.microsoft.com/office/drawing/2010/main">
                    <a14:imgLayer r:embed="rId3">
                      <a14:imgEffect>
                        <a14:artisticPaintBrush/>
                      </a14:imgEffect>
                      <a14:imgEffect>
                        <a14:colorTemperature colorTemp="7200"/>
                      </a14:imgEffect>
                      <a14:imgEffect>
                        <a14:brightnessContrast bright="20000" contrast="-20000"/>
                      </a14:imgEffect>
                    </a14:imgLayer>
                  </a14:imgProps>
                </a:ext>
                <a:ext uri="{28A0092B-C50C-407E-A947-70E740481C1C}">
                  <a14:useLocalDpi xmlns:a14="http://schemas.microsoft.com/office/drawing/2010/main" val="0"/>
                </a:ext>
              </a:extLst>
            </a:blip>
            <a:srcRect/>
            <a:stretch>
              <a:fillRect/>
            </a:stretch>
          </a:blip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64683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2"/>
          <p:cNvSpPr>
            <a:spLocks noGrp="1"/>
          </p:cNvSpPr>
          <p:nvPr>
            <p:ph type="body"/>
          </p:nvPr>
        </p:nvSpPr>
        <p:spPr>
          <a:xfrm>
            <a:off x="2876400" y="2543040"/>
            <a:ext cx="6038640" cy="2057040"/>
          </a:xfrm>
          <a:prstGeom prst="rect">
            <a:avLst/>
          </a:prstGeom>
          <a:noFill/>
          <a:ln w="0">
            <a:noFill/>
          </a:ln>
        </p:spPr>
        <p:txBody>
          <a:bodyPr lIns="91440" tIns="91440" rIns="91440" bIns="91440" anchor="t">
            <a:normAutofit/>
          </a:bodyPr>
          <a:lstStyle/>
          <a:p>
            <a:pPr>
              <a:lnSpc>
                <a:spcPct val="100000"/>
              </a:lnSpc>
              <a:tabLst>
                <a:tab pos="0" algn="l"/>
              </a:tabLst>
            </a:pPr>
            <a:r>
              <a:rPr lang="en-US" sz="1200" dirty="0"/>
              <a:t>My internship at Clevered was a transformative and enriching experience that laid the groundwork for the development of my lung cancer risk prediction project. This journey was about much more than just learning to code; it was about gaining a comprehensive understanding of the entire app development lifecycle, from concept to deployment.</a:t>
            </a:r>
            <a:endParaRPr lang="en-US" sz="1200" b="0" u="none" strike="noStrike" dirty="0">
              <a:solidFill>
                <a:srgbClr val="000000"/>
              </a:solidFill>
              <a:effectLst/>
              <a:uFillTx/>
              <a:latin typeface="OpenSymbol"/>
            </a:endParaRPr>
          </a:p>
        </p:txBody>
      </p:sp>
      <p:sp>
        <p:nvSpPr>
          <p:cNvPr id="94" name="PlaceHolder 1"/>
          <p:cNvSpPr>
            <a:spLocks noGrp="1"/>
          </p:cNvSpPr>
          <p:nvPr>
            <p:ph type="title"/>
          </p:nvPr>
        </p:nvSpPr>
        <p:spPr>
          <a:xfrm>
            <a:off x="228600" y="266760"/>
            <a:ext cx="4304880" cy="20570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2600" b="0" u="none" strike="noStrike" dirty="0">
                <a:solidFill>
                  <a:schemeClr val="dk1"/>
                </a:solidFill>
                <a:effectLst/>
                <a:uFillTx/>
                <a:latin typeface="Hubot Sans Medium"/>
                <a:ea typeface="Hubot Sans Medium"/>
              </a:rPr>
              <a:t>Internship Experience Overview</a:t>
            </a:r>
            <a:endParaRPr lang="fr-FR" sz="2600" b="0" u="none" strike="noStrike" dirty="0">
              <a:solidFill>
                <a:schemeClr val="dk1"/>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2"/>
          <p:cNvSpPr>
            <a:spLocks noGrp="1"/>
          </p:cNvSpPr>
          <p:nvPr>
            <p:ph type="title"/>
          </p:nvPr>
        </p:nvSpPr>
        <p:spPr>
          <a:xfrm>
            <a:off x="228600" y="785814"/>
            <a:ext cx="8858250" cy="1464468"/>
          </a:xfrm>
          <a:prstGeom prst="rect">
            <a:avLst/>
          </a:prstGeom>
          <a:noFill/>
          <a:ln w="0">
            <a:noFill/>
          </a:ln>
        </p:spPr>
        <p:txBody>
          <a:bodyPr lIns="91440" tIns="91440" rIns="91440" bIns="91440" anchor="b">
            <a:normAutofit/>
          </a:bodyPr>
          <a:lstStyle/>
          <a:p>
            <a:pPr>
              <a:lnSpc>
                <a:spcPct val="100000"/>
              </a:lnSpc>
              <a:tabLst>
                <a:tab pos="0" algn="l"/>
              </a:tabLst>
            </a:pPr>
            <a:r>
              <a:rPr lang="en-US" sz="1600" dirty="0"/>
              <a:t>CancerWise is a privacy-first, interactive application designed to provide a preliminary assessment of an individual’s potential risk for lung cancer. The app's main goal is to empower users by making a complex health topic accessible and understandable.</a:t>
            </a:r>
            <a:endParaRPr lang="fr-FR" sz="1600" b="0" u="none" strike="noStrike" dirty="0">
              <a:solidFill>
                <a:schemeClr val="dk1"/>
              </a:solidFill>
              <a:effectLst/>
              <a:uFillTx/>
              <a:latin typeface="Arial"/>
            </a:endParaRPr>
          </a:p>
        </p:txBody>
      </p:sp>
      <p:pic>
        <p:nvPicPr>
          <p:cNvPr id="3" name="Picture 2">
            <a:extLst>
              <a:ext uri="{FF2B5EF4-FFF2-40B4-BE49-F238E27FC236}">
                <a16:creationId xmlns:a16="http://schemas.microsoft.com/office/drawing/2014/main" id="{F88F25F1-A728-7381-E2AF-DD84B0938F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4376" y="2250282"/>
            <a:ext cx="4707731" cy="2887717"/>
          </a:xfrm>
          <a:prstGeom prst="rect">
            <a:avLst/>
          </a:prstGeom>
        </p:spPr>
      </p:pic>
      <p:sp>
        <p:nvSpPr>
          <p:cNvPr id="89" name="PlaceHolder 1"/>
          <p:cNvSpPr>
            <a:spLocks noGrp="1"/>
          </p:cNvSpPr>
          <p:nvPr>
            <p:ph type="title"/>
          </p:nvPr>
        </p:nvSpPr>
        <p:spPr>
          <a:xfrm>
            <a:off x="228600" y="335757"/>
            <a:ext cx="6981480" cy="80010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3200" b="0" u="none" strike="noStrike" dirty="0">
                <a:solidFill>
                  <a:schemeClr val="dk1"/>
                </a:solidFill>
                <a:effectLst/>
                <a:uFillTx/>
                <a:latin typeface="Hubot Sans Medium"/>
                <a:ea typeface="Hubot Sans Medium"/>
              </a:rPr>
              <a:t>Introduction to the App Project</a:t>
            </a:r>
            <a:endParaRPr lang="fr-FR" sz="3200" b="0" u="none" strike="noStrike" dirty="0">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2AA6FBA-1602-D9F5-E3C8-B9B0BCA25921}"/>
              </a:ext>
            </a:extLst>
          </p:cNvPr>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dirty="0"/>
          </a:p>
        </p:txBody>
      </p:sp>
      <p:sp>
        <p:nvSpPr>
          <p:cNvPr id="5" name="TextBox 4">
            <a:extLst>
              <a:ext uri="{FF2B5EF4-FFF2-40B4-BE49-F238E27FC236}">
                <a16:creationId xmlns:a16="http://schemas.microsoft.com/office/drawing/2014/main" id="{653D6A3D-03E1-05DE-703D-E771C183B12C}"/>
              </a:ext>
            </a:extLst>
          </p:cNvPr>
          <p:cNvSpPr txBox="1"/>
          <p:nvPr/>
        </p:nvSpPr>
        <p:spPr>
          <a:xfrm>
            <a:off x="335280" y="1242059"/>
            <a:ext cx="8686800" cy="3754874"/>
          </a:xfrm>
          <a:prstGeom prst="rect">
            <a:avLst/>
          </a:prstGeom>
          <a:noFill/>
        </p:spPr>
        <p:txBody>
          <a:bodyPr wrap="square" rtlCol="0">
            <a:spAutoFit/>
          </a:bodyPr>
          <a:lstStyle/>
          <a:p>
            <a:r>
              <a:rPr lang="en-US" sz="1400" dirty="0"/>
              <a:t>The CancerWise app is designed to be user-friendly, guiding you through a simple, three-step process to get your personalized risk assessment. </a:t>
            </a:r>
          </a:p>
          <a:p>
            <a:endParaRPr lang="en-US" sz="1400" b="1" dirty="0"/>
          </a:p>
          <a:p>
            <a:r>
              <a:rPr lang="en-US" sz="1400" b="1" dirty="0"/>
              <a:t>Step 1: </a:t>
            </a:r>
            <a:r>
              <a:rPr lang="en-US" sz="1400" dirty="0"/>
              <a:t>Input Your Data On the initial screen, you will find a questionnaire with a series of interactive sliders and a dropdown menu. Use the sliders to input data for various risk factors, such as Age, Smoking, Coughing, Chest Pain, and others. For each slider, you can hover over the (?) icon to see a detailed description of what the numerical scale from 1 to 9 represents. Select your Gender from the dropdown menu. </a:t>
            </a:r>
          </a:p>
          <a:p>
            <a:endParaRPr lang="en-US" sz="1400" dirty="0"/>
          </a:p>
          <a:p>
            <a:r>
              <a:rPr lang="en-US" sz="1400" b="1" dirty="0"/>
              <a:t>Step 2: </a:t>
            </a:r>
            <a:r>
              <a:rPr lang="en-US" sz="1400" dirty="0"/>
              <a:t>Get Your Prediction Once you have adjusted all the sliders and selected your gender, click the "Get Prediction" button at the bottom of the screen. The app will then process your data using its machine learning model. </a:t>
            </a:r>
          </a:p>
          <a:p>
            <a:endParaRPr lang="en-US" sz="1400" dirty="0"/>
          </a:p>
          <a:p>
            <a:r>
              <a:rPr lang="en-US" sz="1400" b="1" dirty="0"/>
              <a:t>Step 3: </a:t>
            </a:r>
            <a:r>
              <a:rPr lang="en-US" sz="1400" dirty="0"/>
              <a:t>View Your Results After a brief moment, the app will navigate you to the "Analysis Results" screen. Here, you will see your "Predicted Risk Level" (Low, Medium, or High). The screen also displays a clear bar chart, visually showing you the "Top Features Influencing Risk" in your specific case. This provides transparency by highlighting which of your entered data points had the greatest impact on the prediction.</a:t>
            </a:r>
            <a:endParaRPr lang="en-IN" sz="1400" dirty="0"/>
          </a:p>
        </p:txBody>
      </p:sp>
      <p:sp>
        <p:nvSpPr>
          <p:cNvPr id="99" name="PlaceHolder 1"/>
          <p:cNvSpPr>
            <a:spLocks noGrp="1"/>
          </p:cNvSpPr>
          <p:nvPr>
            <p:ph type="title"/>
          </p:nvPr>
        </p:nvSpPr>
        <p:spPr>
          <a:xfrm>
            <a:off x="228600" y="-37464"/>
            <a:ext cx="6981480" cy="1066164"/>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3600" b="0" u="none" strike="noStrike" dirty="0">
                <a:solidFill>
                  <a:schemeClr val="dk1"/>
                </a:solidFill>
                <a:effectLst/>
                <a:uFillTx/>
                <a:latin typeface="Hubot Sans Medium"/>
                <a:ea typeface="Hubot Sans Medium"/>
              </a:rPr>
              <a:t>App Overview and Usage</a:t>
            </a:r>
            <a:endParaRPr lang="fr-FR" sz="3600" b="0" u="none" strike="noStrike" dirty="0">
              <a:solidFill>
                <a:schemeClr val="dk1"/>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4F1FC55-53EA-2DCF-190F-66D37BFB5177}"/>
              </a:ext>
            </a:extLst>
          </p:cNvPr>
          <p:cNvSpPr txBox="1"/>
          <p:nvPr/>
        </p:nvSpPr>
        <p:spPr>
          <a:xfrm>
            <a:off x="406400" y="1422399"/>
            <a:ext cx="8444706" cy="4247317"/>
          </a:xfrm>
          <a:prstGeom prst="rect">
            <a:avLst/>
          </a:prstGeom>
          <a:noFill/>
        </p:spPr>
        <p:txBody>
          <a:bodyPr wrap="square" rtlCol="0">
            <a:spAutoFit/>
          </a:bodyPr>
          <a:lstStyle/>
          <a:p>
            <a:r>
              <a:rPr lang="en-IN" b="1" dirty="0"/>
              <a:t>Description: </a:t>
            </a:r>
            <a:r>
              <a:rPr lang="en-IN" dirty="0"/>
              <a:t>This is the first screen a user sees. It’s the app’s home page and main entry point.</a:t>
            </a:r>
          </a:p>
          <a:p>
            <a:endParaRPr lang="en-IN" dirty="0"/>
          </a:p>
          <a:p>
            <a:r>
              <a:rPr lang="en-IN" b="1" dirty="0"/>
              <a:t>Steps to Use: </a:t>
            </a:r>
            <a:r>
              <a:rPr lang="en-IN" dirty="0"/>
              <a:t>Simply click the “Get Started” button to head over to the Questionnaire page</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102" name="PlaceHolder 1"/>
          <p:cNvSpPr>
            <a:spLocks noGrp="1"/>
          </p:cNvSpPr>
          <p:nvPr>
            <p:ph type="title"/>
          </p:nvPr>
        </p:nvSpPr>
        <p:spPr>
          <a:xfrm>
            <a:off x="228600" y="266760"/>
            <a:ext cx="4304880" cy="80766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2600" b="0" u="none" strike="noStrike" dirty="0">
                <a:solidFill>
                  <a:schemeClr val="dk1"/>
                </a:solidFill>
                <a:effectLst/>
                <a:uFillTx/>
                <a:latin typeface="Hubot Sans Medium"/>
                <a:ea typeface="Hubot Sans Medium"/>
              </a:rPr>
              <a:t>App Main Menu and Features</a:t>
            </a:r>
            <a:endParaRPr lang="fr-FR" sz="2600" b="0" u="none" strike="noStrike" dirty="0">
              <a:solidFill>
                <a:schemeClr val="dk1"/>
              </a:solidFill>
              <a:effectLst/>
              <a:uFillTx/>
              <a:latin typeface="Arial"/>
            </a:endParaRPr>
          </a:p>
        </p:txBody>
      </p:sp>
      <p:pic>
        <p:nvPicPr>
          <p:cNvPr id="4" name="Picture 3">
            <a:extLst>
              <a:ext uri="{FF2B5EF4-FFF2-40B4-BE49-F238E27FC236}">
                <a16:creationId xmlns:a16="http://schemas.microsoft.com/office/drawing/2014/main" id="{BC25245B-7006-8EDF-6B77-2882186404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7265" y="3053503"/>
            <a:ext cx="6912429" cy="20899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CF087230-63BD-A27A-B34C-DF286827E57E}"/>
              </a:ext>
            </a:extLst>
          </p:cNvPr>
          <p:cNvSpPr>
            <a:spLocks noGrp="1" noChangeArrowheads="1"/>
          </p:cNvSpPr>
          <p:nvPr>
            <p:ph type="body"/>
          </p:nvPr>
        </p:nvSpPr>
        <p:spPr bwMode="auto">
          <a:xfrm>
            <a:off x="228600" y="1684972"/>
            <a:ext cx="855726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Description:</a:t>
            </a:r>
            <a:r>
              <a:rPr kumimoji="0" lang="en-US" altLang="en-US" sz="1200" b="0" i="0" u="none" strike="noStrike" cap="none" normalizeH="0" baseline="0" dirty="0">
                <a:ln>
                  <a:noFill/>
                </a:ln>
                <a:solidFill>
                  <a:schemeClr val="tx1"/>
                </a:solidFill>
                <a:effectLst/>
                <a:latin typeface="Arial" panose="020B0604020202020204" pitchFamily="34" charset="0"/>
              </a:rPr>
              <a:t> This screen contains the interactive sliders and dropdown menu for user data input. It's the core data collection screen of the app.</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Steps to Use:</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Use the "Age" slider to input your 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Select your "Gender" from the dropdown menu.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For all other risk factors (e.g., Smoking, Chest Pain, Air Pollution), use the sliders to rate your personal exposure or symptom severity.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Hover over or click the "?" icon next to each slider for a detailed explanation of what the numerical scale represents.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tx1"/>
                </a:solidFill>
                <a:effectLst/>
                <a:latin typeface="Arial" panose="020B0604020202020204" pitchFamily="34" charset="0"/>
              </a:rPr>
              <a:t>Once you've entered all your information, click the "Get Prediction" button at the bottom of the screen.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tx1"/>
                </a:solidFill>
                <a:effectLst/>
                <a:latin typeface="Arial" panose="020B0604020202020204" pitchFamily="34" charset="0"/>
              </a:rPr>
              <a:t>Special Considerations/Dependencies: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The values you select are directly used as input for the underlying machine learning model, so accurate input is critical for an accurate prediction.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4" name="PlaceHolder 1"/>
          <p:cNvSpPr>
            <a:spLocks noGrp="1"/>
          </p:cNvSpPr>
          <p:nvPr>
            <p:ph type="title"/>
          </p:nvPr>
        </p:nvSpPr>
        <p:spPr>
          <a:xfrm>
            <a:off x="228600" y="266760"/>
            <a:ext cx="4304880" cy="952440"/>
          </a:xfrm>
          <a:prstGeom prst="rect">
            <a:avLst/>
          </a:prstGeom>
          <a:noFill/>
          <a:ln w="0">
            <a:noFill/>
          </a:ln>
        </p:spPr>
        <p:txBody>
          <a:bodyPr lIns="91440" tIns="91440" rIns="91440" bIns="91440" anchor="b">
            <a:normAutofit/>
          </a:bodyPr>
          <a:lstStyle/>
          <a:p>
            <a:pPr>
              <a:lnSpc>
                <a:spcPct val="100000"/>
              </a:lnSpc>
              <a:tabLst>
                <a:tab pos="0" algn="l"/>
              </a:tabLst>
            </a:pPr>
            <a:r>
              <a:rPr lang="fr-FR" sz="2000" b="0" u="none" strike="noStrike" dirty="0">
                <a:solidFill>
                  <a:schemeClr val="dk1"/>
                </a:solidFill>
                <a:effectLst/>
                <a:uFillTx/>
                <a:latin typeface="Hubot Sans Medium"/>
                <a:ea typeface="Hubot Sans Medium"/>
              </a:rPr>
              <a:t>Step-by-Step Usage Instructions for </a:t>
            </a:r>
            <a:r>
              <a:rPr lang="en-IN" sz="2000" dirty="0"/>
              <a:t>Patient Information Questionnaire</a:t>
            </a:r>
            <a:endParaRPr lang="fr-FR" sz="2000" b="0" u="none" strike="noStrike" dirty="0">
              <a:solidFill>
                <a:schemeClr val="dk1"/>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65692-06C9-2DF7-D766-D64DAE72A1F8}"/>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77AF1F1-AA1E-4044-3FF2-092B4F9E67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41220" y="2617563"/>
            <a:ext cx="6797040" cy="2350803"/>
          </a:xfrm>
          <a:prstGeom prst="rect">
            <a:avLst/>
          </a:prstGeom>
        </p:spPr>
      </p:pic>
      <p:sp>
        <p:nvSpPr>
          <p:cNvPr id="104" name="PlaceHolder 1">
            <a:extLst>
              <a:ext uri="{FF2B5EF4-FFF2-40B4-BE49-F238E27FC236}">
                <a16:creationId xmlns:a16="http://schemas.microsoft.com/office/drawing/2014/main" id="{148F03A5-573E-66ED-12CD-416143F22718}"/>
              </a:ext>
            </a:extLst>
          </p:cNvPr>
          <p:cNvSpPr>
            <a:spLocks noGrp="1"/>
          </p:cNvSpPr>
          <p:nvPr>
            <p:ph type="title"/>
          </p:nvPr>
        </p:nvSpPr>
        <p:spPr>
          <a:xfrm>
            <a:off x="228600" y="266760"/>
            <a:ext cx="4304880" cy="952440"/>
          </a:xfrm>
          <a:prstGeom prst="rect">
            <a:avLst/>
          </a:prstGeom>
          <a:noFill/>
          <a:ln w="0">
            <a:noFill/>
          </a:ln>
        </p:spPr>
        <p:txBody>
          <a:bodyPr lIns="91440" tIns="91440" rIns="91440" bIns="91440" anchor="b">
            <a:normAutofit/>
          </a:bodyPr>
          <a:lstStyle/>
          <a:p>
            <a:pPr>
              <a:lnSpc>
                <a:spcPct val="100000"/>
              </a:lnSpc>
              <a:tabLst>
                <a:tab pos="0" algn="l"/>
              </a:tabLst>
            </a:pPr>
            <a:r>
              <a:rPr lang="fr-FR" sz="2000" b="0" u="none" strike="noStrike" dirty="0">
                <a:solidFill>
                  <a:schemeClr val="dk1"/>
                </a:solidFill>
                <a:effectLst/>
                <a:uFillTx/>
                <a:latin typeface="Hubot Sans Medium"/>
                <a:ea typeface="Hubot Sans Medium"/>
              </a:rPr>
              <a:t>Step-by-Step Usage Instructions for </a:t>
            </a:r>
            <a:r>
              <a:rPr lang="en-IN" sz="2000" dirty="0"/>
              <a:t>Patient Information Questionnaire</a:t>
            </a:r>
            <a:endParaRPr lang="fr-FR" sz="2000" b="0" u="none" strike="noStrike" dirty="0">
              <a:solidFill>
                <a:schemeClr val="dk1"/>
              </a:solidFill>
              <a:effectLst/>
              <a:uFillTx/>
              <a:latin typeface="Arial"/>
            </a:endParaRPr>
          </a:p>
        </p:txBody>
      </p:sp>
      <p:pic>
        <p:nvPicPr>
          <p:cNvPr id="10" name="Picture 9">
            <a:extLst>
              <a:ext uri="{FF2B5EF4-FFF2-40B4-BE49-F238E27FC236}">
                <a16:creationId xmlns:a16="http://schemas.microsoft.com/office/drawing/2014/main" id="{A82B1629-77BB-D666-C604-87B6E80CC6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 y="43798"/>
            <a:ext cx="5951220" cy="2350803"/>
          </a:xfrm>
          <a:prstGeom prst="rect">
            <a:avLst/>
          </a:prstGeom>
        </p:spPr>
      </p:pic>
    </p:spTree>
    <p:extLst>
      <p:ext uri="{BB962C8B-B14F-4D97-AF65-F5344CB8AC3E}">
        <p14:creationId xmlns:p14="http://schemas.microsoft.com/office/powerpoint/2010/main" val="3768318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368E4-8903-B268-5536-9BFEF547E9F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B1CD09D-2691-E62C-0367-1FEA63284D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040" y="2712721"/>
            <a:ext cx="7802880" cy="2430780"/>
          </a:xfrm>
          <a:prstGeom prst="rect">
            <a:avLst/>
          </a:prstGeom>
        </p:spPr>
      </p:pic>
      <p:sp>
        <p:nvSpPr>
          <p:cNvPr id="104" name="PlaceHolder 1">
            <a:extLst>
              <a:ext uri="{FF2B5EF4-FFF2-40B4-BE49-F238E27FC236}">
                <a16:creationId xmlns:a16="http://schemas.microsoft.com/office/drawing/2014/main" id="{41A0E20E-6E17-250D-D18E-60929BF87CCE}"/>
              </a:ext>
            </a:extLst>
          </p:cNvPr>
          <p:cNvSpPr>
            <a:spLocks noGrp="1"/>
          </p:cNvSpPr>
          <p:nvPr>
            <p:ph type="title"/>
          </p:nvPr>
        </p:nvSpPr>
        <p:spPr>
          <a:xfrm>
            <a:off x="228600" y="266760"/>
            <a:ext cx="4304880" cy="853380"/>
          </a:xfrm>
          <a:prstGeom prst="rect">
            <a:avLst/>
          </a:prstGeom>
          <a:noFill/>
          <a:ln w="0">
            <a:noFill/>
          </a:ln>
        </p:spPr>
        <p:txBody>
          <a:bodyPr lIns="91440" tIns="91440" rIns="91440" bIns="91440" anchor="b">
            <a:normAutofit fontScale="90000"/>
          </a:bodyPr>
          <a:lstStyle/>
          <a:p>
            <a:pPr>
              <a:lnSpc>
                <a:spcPct val="100000"/>
              </a:lnSpc>
              <a:tabLst>
                <a:tab pos="0" algn="l"/>
              </a:tabLst>
            </a:pPr>
            <a:r>
              <a:rPr lang="fr-FR" sz="2400" u="none" strike="noStrike" dirty="0">
                <a:solidFill>
                  <a:schemeClr val="dk1"/>
                </a:solidFill>
                <a:effectLst/>
                <a:uFillTx/>
                <a:latin typeface="Hubot Sans Medium"/>
                <a:ea typeface="Hubot Sans Medium"/>
              </a:rPr>
              <a:t>Step-by-Step Usage Instructions for </a:t>
            </a:r>
            <a:r>
              <a:rPr lang="en-IN" sz="2400" dirty="0"/>
              <a:t>Analysis Results Screen</a:t>
            </a:r>
            <a:endParaRPr lang="fr-FR" sz="2400" u="none" strike="noStrike" dirty="0">
              <a:solidFill>
                <a:schemeClr val="dk1"/>
              </a:solidFill>
              <a:effectLst/>
              <a:uFillTx/>
              <a:latin typeface="Arial"/>
            </a:endParaRPr>
          </a:p>
        </p:txBody>
      </p:sp>
      <p:sp>
        <p:nvSpPr>
          <p:cNvPr id="7" name="TextBox 6">
            <a:extLst>
              <a:ext uri="{FF2B5EF4-FFF2-40B4-BE49-F238E27FC236}">
                <a16:creationId xmlns:a16="http://schemas.microsoft.com/office/drawing/2014/main" id="{B6AA693B-F513-5EFA-59FF-19025BA52613}"/>
              </a:ext>
            </a:extLst>
          </p:cNvPr>
          <p:cNvSpPr txBox="1"/>
          <p:nvPr/>
        </p:nvSpPr>
        <p:spPr>
          <a:xfrm>
            <a:off x="228600" y="1234440"/>
            <a:ext cx="8740140" cy="1661993"/>
          </a:xfrm>
          <a:prstGeom prst="rect">
            <a:avLst/>
          </a:prstGeom>
          <a:noFill/>
        </p:spPr>
        <p:txBody>
          <a:bodyPr wrap="square" rtlCol="0">
            <a:spAutoFit/>
          </a:bodyPr>
          <a:lstStyle/>
          <a:p>
            <a:pPr eaLnBrk="0" fontAlgn="base" hangingPunct="0">
              <a:lnSpc>
                <a:spcPct val="100000"/>
              </a:lnSpc>
              <a:spcAft>
                <a:spcPct val="0"/>
              </a:spcAft>
            </a:pPr>
            <a:r>
              <a:rPr lang="en-US" altLang="en-US" sz="1200" b="1" dirty="0">
                <a:latin typeface="Arial" panose="020B0604020202020204" pitchFamily="34" charset="0"/>
              </a:rPr>
              <a:t>Description:</a:t>
            </a:r>
            <a:r>
              <a:rPr lang="en-US" altLang="en-US" sz="1200" dirty="0">
                <a:latin typeface="Arial" panose="020B0604020202020204" pitchFamily="34" charset="0"/>
              </a:rPr>
              <a:t> This screen displays the output from the machine learning model, providing a clear summary of the prediction.</a:t>
            </a:r>
          </a:p>
          <a:p>
            <a:pPr eaLnBrk="0" fontAlgn="base" hangingPunct="0">
              <a:lnSpc>
                <a:spcPct val="100000"/>
              </a:lnSpc>
              <a:spcAft>
                <a:spcPct val="0"/>
              </a:spcAft>
            </a:pPr>
            <a:endParaRPr lang="en-US" altLang="en-US" sz="1200" b="1" dirty="0">
              <a:latin typeface="Arial" panose="020B0604020202020204" pitchFamily="34" charset="0"/>
            </a:endParaRPr>
          </a:p>
          <a:p>
            <a:pPr eaLnBrk="0" fontAlgn="base" hangingPunct="0">
              <a:lnSpc>
                <a:spcPct val="100000"/>
              </a:lnSpc>
              <a:spcAft>
                <a:spcPct val="0"/>
              </a:spcAft>
            </a:pPr>
            <a:r>
              <a:rPr lang="en-US" altLang="en-US" sz="1200" b="1" dirty="0">
                <a:latin typeface="Arial" panose="020B0604020202020204" pitchFamily="34" charset="0"/>
              </a:rPr>
              <a:t>Steps to Use:</a:t>
            </a:r>
            <a:endParaRPr lang="en-US" altLang="en-US" sz="1200" dirty="0">
              <a:latin typeface="Arial" panose="020B0604020202020204" pitchFamily="34" charset="0"/>
            </a:endParaRPr>
          </a:p>
          <a:p>
            <a:pPr eaLnBrk="0" fontAlgn="base" hangingPunct="0">
              <a:lnSpc>
                <a:spcPct val="100000"/>
              </a:lnSpc>
              <a:spcAft>
                <a:spcPct val="0"/>
              </a:spcAft>
              <a:buFontTx/>
              <a:buChar char="•"/>
            </a:pPr>
            <a:r>
              <a:rPr lang="en-US" altLang="en-US" sz="1200" dirty="0">
                <a:latin typeface="Arial" panose="020B0604020202020204" pitchFamily="34" charset="0"/>
              </a:rPr>
              <a:t>This screen loads automatically after you click "Get Prediction."</a:t>
            </a:r>
          </a:p>
          <a:p>
            <a:pPr eaLnBrk="0" fontAlgn="base" hangingPunct="0">
              <a:lnSpc>
                <a:spcPct val="100000"/>
              </a:lnSpc>
              <a:spcAft>
                <a:spcPct val="0"/>
              </a:spcAft>
              <a:buFontTx/>
              <a:buChar char="•"/>
            </a:pPr>
            <a:r>
              <a:rPr lang="en-US" altLang="en-US" sz="1200" dirty="0">
                <a:latin typeface="Arial" panose="020B0604020202020204" pitchFamily="34" charset="0"/>
              </a:rPr>
              <a:t>Read your "Predicted Risk Level" to see your personalized assessment (e.g., "Medium").</a:t>
            </a:r>
          </a:p>
          <a:p>
            <a:pPr eaLnBrk="0" fontAlgn="base" hangingPunct="0">
              <a:lnSpc>
                <a:spcPct val="100000"/>
              </a:lnSpc>
              <a:spcAft>
                <a:spcPct val="0"/>
              </a:spcAft>
              <a:buFontTx/>
              <a:buChar char="•"/>
            </a:pPr>
            <a:r>
              <a:rPr lang="en-US" altLang="en-US" sz="1200" dirty="0">
                <a:latin typeface="Arial" panose="020B0604020202020204" pitchFamily="34" charset="0"/>
              </a:rPr>
              <a:t>View the "Top Features Influencing Risk" bar chart on the right. This chart helps you understand which of your personal factors contributed most significantly to your risk level.</a:t>
            </a:r>
          </a:p>
          <a:p>
            <a:endParaRPr lang="en-IN" dirty="0"/>
          </a:p>
        </p:txBody>
      </p:sp>
    </p:spTree>
    <p:extLst>
      <p:ext uri="{BB962C8B-B14F-4D97-AF65-F5344CB8AC3E}">
        <p14:creationId xmlns:p14="http://schemas.microsoft.com/office/powerpoint/2010/main" val="3507599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2"/>
          <p:cNvSpPr>
            <a:spLocks noGrp="1"/>
          </p:cNvSpPr>
          <p:nvPr>
            <p:ph type="body"/>
          </p:nvPr>
        </p:nvSpPr>
        <p:spPr>
          <a:xfrm>
            <a:off x="228600" y="1781280"/>
            <a:ext cx="4323960" cy="216180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600" b="1" u="none" strike="noStrike" dirty="0">
                <a:solidFill>
                  <a:srgbClr val="000000"/>
                </a:solidFill>
                <a:effectLst/>
                <a:uFillTx/>
                <a:latin typeface="OpenSymbol"/>
              </a:rPr>
              <a:t>Name: Arijit Singh</a:t>
            </a:r>
          </a:p>
          <a:p>
            <a:pPr indent="0">
              <a:lnSpc>
                <a:spcPct val="100000"/>
              </a:lnSpc>
              <a:buNone/>
              <a:tabLst>
                <a:tab pos="0" algn="l"/>
              </a:tabLst>
            </a:pPr>
            <a:r>
              <a:rPr lang="en-US" sz="1600" b="1" u="none" strike="noStrike" dirty="0">
                <a:solidFill>
                  <a:srgbClr val="000000"/>
                </a:solidFill>
                <a:effectLst/>
                <a:uFillTx/>
                <a:latin typeface="OpenSymbol"/>
              </a:rPr>
              <a:t>Email: arijit.singhbais@gmail.com</a:t>
            </a:r>
          </a:p>
        </p:txBody>
      </p:sp>
      <p:sp>
        <p:nvSpPr>
          <p:cNvPr id="106" name="PlaceHolder 1"/>
          <p:cNvSpPr>
            <a:spLocks noGrp="1"/>
          </p:cNvSpPr>
          <p:nvPr>
            <p:ph type="title"/>
          </p:nvPr>
        </p:nvSpPr>
        <p:spPr>
          <a:xfrm>
            <a:off x="228600" y="1209600"/>
            <a:ext cx="4323960" cy="57132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fr-FR" sz="2600" b="0" u="none" strike="noStrike" dirty="0">
                <a:solidFill>
                  <a:schemeClr val="dk1"/>
                </a:solidFill>
                <a:effectLst/>
                <a:uFillTx/>
                <a:latin typeface="Hubot Sans Medium"/>
                <a:ea typeface="Hubot Sans Medium"/>
              </a:rPr>
              <a:t>Contact Information</a:t>
            </a:r>
            <a:endParaRPr lang="fr-FR" sz="2600" b="0" u="none" strike="noStrike" dirty="0">
              <a:solidFill>
                <a:schemeClr val="dk1"/>
              </a:solidFill>
              <a:effectLst/>
              <a:uFillTx/>
              <a:latin typeface="Arial"/>
            </a:endParaRPr>
          </a:p>
        </p:txBody>
      </p:sp>
      <p:sp>
        <p:nvSpPr>
          <p:cNvPr id="108" name="Google Shape;224;p32" title="scenes-people-work.jpg"/>
          <p:cNvSpPr/>
          <p:nvPr/>
        </p:nvSpPr>
        <p:spPr>
          <a:xfrm>
            <a:off x="5473080" y="228600"/>
            <a:ext cx="3441960" cy="4663080"/>
          </a:xfrm>
          <a:prstGeom prst="roundRect">
            <a:avLst>
              <a:gd name="adj" fmla="val 16667"/>
            </a:avLst>
          </a:prstGeom>
          <a:blipFill rotWithShape="0">
            <a:blip r:embed="rId2"/>
            <a:srcRect/>
            <a:stretch/>
          </a:blipFill>
          <a:ln w="19050">
            <a:solidFill>
              <a:srgbClr val="FEA86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Google Shape;224;p32"/>
          <p:cNvSpPr/>
          <p:nvPr/>
        </p:nvSpPr>
        <p:spPr>
          <a:xfrm>
            <a:off x="2171700" y="240210"/>
            <a:ext cx="4800600" cy="4663080"/>
          </a:xfrm>
          <a:prstGeom prst="roundRect">
            <a:avLst>
              <a:gd name="adj" fmla="val 21759"/>
            </a:avLst>
          </a:prstGeom>
          <a:blipFill>
            <a:blip r:embed="rId2">
              <a:duotone>
                <a:prstClr val="black"/>
                <a:schemeClr val="tx2">
                  <a:tint val="45000"/>
                  <a:satMod val="400000"/>
                </a:schemeClr>
              </a:duotone>
              <a:extLst>
                <a:ext uri="{28A0092B-C50C-407E-A947-70E740481C1C}">
                  <a14:useLocalDpi xmlns:a14="http://schemas.microsoft.com/office/drawing/2010/main" val="0"/>
                </a:ext>
              </a:extLst>
            </a:blip>
            <a:stretch>
              <a:fillRect/>
            </a:stretch>
          </a:blipFill>
          <a:ln w="19050">
            <a:solidFill>
              <a:srgbClr val="FEA86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OpenSymbol"/>
            </a:endParaRPr>
          </a:p>
        </p:txBody>
      </p:sp>
    </p:spTree>
  </p:cSld>
  <p:clrMapOvr>
    <a:masterClrMapping/>
  </p:clrMapOvr>
</p:sld>
</file>

<file path=ppt/theme/theme1.xml><?xml version="1.0" encoding="utf-8"?>
<a:theme xmlns:a="http://schemas.openxmlformats.org/drawingml/2006/main" name="Minimal Gradient Pitch Deck by Slidesgo">
  <a:themeElements>
    <a:clrScheme name="Simple Light">
      <a:dk1>
        <a:srgbClr val="000000"/>
      </a:dk1>
      <a:lt1>
        <a:srgbClr val="FFFFFF"/>
      </a:lt1>
      <a:dk2>
        <a:srgbClr val="FEA86F"/>
      </a:dk2>
      <a:lt2>
        <a:srgbClr val="FFDEF3"/>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TotalTime>
  <Words>953</Words>
  <Application>Microsoft Office PowerPoint</Application>
  <PresentationFormat>On-screen Show (16:9)</PresentationFormat>
  <Paragraphs>64</Paragraphs>
  <Slides>14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Calibri</vt:lpstr>
      <vt:lpstr>Hubot Sans Medium</vt:lpstr>
      <vt:lpstr>OpenSymbol</vt:lpstr>
      <vt:lpstr>Symbol</vt:lpstr>
      <vt:lpstr>Wingdings</vt:lpstr>
      <vt:lpstr>Work Sans</vt:lpstr>
      <vt:lpstr>Minimal Gradient Pitch Deck by Slidesgo</vt:lpstr>
      <vt:lpstr>Slidesgo Final Pages</vt:lpstr>
      <vt:lpstr>CancerWise (Lung Cancer Predictor)  Arijit Singh</vt:lpstr>
      <vt:lpstr> 1)Acknowledgements 2)About Me 3)About Internship Journey 4)About App 5)How to use the App 6)Conclusion</vt:lpstr>
      <vt:lpstr>Introduction</vt:lpstr>
      <vt:lpstr>Acknowledgements</vt:lpstr>
      <vt:lpstr>About Me</vt:lpstr>
      <vt:lpstr>Internship Experience Overview</vt:lpstr>
      <vt:lpstr>Introduction to the App Project</vt:lpstr>
      <vt:lpstr>App Overview and Usage</vt:lpstr>
      <vt:lpstr>App Main Menu and Features</vt:lpstr>
      <vt:lpstr>Step-by-Step Usage Instructions for Patient Information Questionnaire</vt:lpstr>
      <vt:lpstr>Step-by-Step Usage Instructions for Patient Information Questionnaire</vt:lpstr>
      <vt:lpstr>Step-by-Step Usage Instructions for Analysis Results Screen</vt:lpstr>
      <vt:lpstr>Contact Information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Abhishek Singh</dc:creator>
  <cp:lastModifiedBy>Abhishek Singh</cp:lastModifiedBy>
  <cp:revision>2</cp:revision>
  <dcterms:modified xsi:type="dcterms:W3CDTF">2025-08-26T15:54:41Z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2025-08-26T08:26:29Z</dcterms:created>
  <dc:creator>Unknown Creator</dc:creator>
  <dc:description/>
  <dc:language>en-US</dc:language>
  <cp:lastModifiedBy>Unknown Creator</cp:lastModifiedBy>
  <dcterms:modified xsi:type="dcterms:W3CDTF">2025-08-26T08:26:29Z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